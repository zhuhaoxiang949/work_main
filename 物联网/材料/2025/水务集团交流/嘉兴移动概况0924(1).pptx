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3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4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5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9" r:id="rId4"/>
    <p:sldId id="257" r:id="rId5"/>
    <p:sldId id="261" r:id="rId6"/>
    <p:sldId id="267" r:id="rId7"/>
    <p:sldId id="269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757" name="未知用户381" initials="未" lastIdx="1" clrIdx="0"/>
  <p:cmAuthor id="1" name="王玉婷" initials="王玉婷" lastIdx="1" clrIdx="0"/>
  <p:cmAuthor id="758" name="未知用户382" initials="未" lastIdx="1" clrIdx="0"/>
  <p:cmAuthor id="2" name="作者" initials="A" lastIdx="0" clrIdx="1"/>
  <p:cmAuthor id="759" name="未知用户383" initials="未" lastIdx="1" clrIdx="0"/>
  <p:cmAuthor id="3" name="张霖|zhanglin6" initials="张霖" lastIdx="1" clrIdx="2"/>
  <p:cmAuthor id="760" name="未知用户384" initials="未" lastIdx="1" clrIdx="0"/>
  <p:cmAuthor id="4" name="shenxiaowei1@zj.cmcc" initials="s" lastIdx="1" clrIdx="3"/>
  <p:cmAuthor id="761" name="未知用户294" initials="未" lastIdx="8" clrIdx="0"/>
  <p:cmAuthor id="5" name="fanshaowen" initials="f" lastIdx="1" clrIdx="4"/>
  <p:cmAuthor id="762" name="未知用户385" initials="未" lastIdx="2" clrIdx="0"/>
  <p:cmAuthor id="6" name="陈培|chenpei1" initials="陈培" lastIdx="1" clrIdx="5"/>
  <p:cmAuthor id="763" name="未知用户386" initials="未" lastIdx="1" clrIdx="1"/>
  <p:cmAuthor id="7" name="林莺巧|linyingqiao" initials="林莺巧" lastIdx="1" clrIdx="6"/>
  <p:cmAuthor id="764" name="未知用户429" initials="未" lastIdx="1" clrIdx="0"/>
  <p:cmAuthor id="8" name="方小伟|lqfxw" initials="方小伟" lastIdx="2" clrIdx="7"/>
  <p:cmAuthor id="9" name="金骏|jinjun4" initials="金骏" lastIdx="1" clrIdx="8"/>
  <p:cmAuthor id="766" name="未知用户430" initials="未" lastIdx="2" clrIdx="0"/>
  <p:cmAuthor id="10" name="zhengqianqian9" initials="z" lastIdx="1" clrIdx="9"/>
  <p:cmAuthor id="767" name="未知用户389" initials="未" lastIdx="1" clrIdx="0"/>
  <p:cmAuthor id="11" name="杜梦媛|dumengyuan" initials="杜梦媛" lastIdx="1" clrIdx="10"/>
  <p:cmAuthor id="768" name="未知用户350" initials="未" lastIdx="1" clrIdx="0"/>
  <p:cmAuthor id="12" name="单力峰|danlifeng" initials="单力峰" lastIdx="1" clrIdx="11"/>
  <p:cmAuthor id="769" name="未知用户431" initials="未" lastIdx="1" clrIdx="0"/>
  <p:cmAuthor id="459908549" name="风驻的街角" initials="风" lastIdx="1" clrIdx="908"/>
  <p:cmAuthor id="13" name="admin/Zmcc" initials="admin" lastIdx="1" clrIdx="12"/>
  <p:cmAuthor id="770" name="未知用户351" initials="未" lastIdx="8" clrIdx="0"/>
  <p:cmAuthor id="14" name="柯能|keneng" initials="柯能" lastIdx="1" clrIdx="13"/>
  <p:cmAuthor id="771" name="未知用户432" initials="未" lastIdx="1" clrIdx="0"/>
  <p:cmAuthor id="15" name="yangkuan1@zj.cmcc" initials="杨宽" lastIdx="1" clrIdx="14"/>
  <p:cmAuthor id="772" name="未知用户392" initials="未" lastIdx="1" clrIdx="0"/>
  <p:cmAuthor id="16" name="WHX" initials="W" lastIdx="1" clrIdx="15"/>
  <p:cmAuthor id="773" name="未知用户433" initials="未" lastIdx="1" clrIdx="0"/>
  <p:cmAuthor id="17" name="俞悦|yuyue9" initials="俞悦" lastIdx="1" clrIdx="16"/>
  <p:cmAuthor id="774" name="未知用户434" initials="未" lastIdx="1" clrIdx="0"/>
  <p:cmAuthor id="1388079880" name="liuchang1" initials="l" lastIdx="1" clrIdx="687"/>
  <p:cmAuthor id="18" name="张燕" initials="MSOffice" lastIdx="1" clrIdx="17"/>
  <p:cmAuthor id="775" name="未知用户393" initials="未" lastIdx="11" clrIdx="0"/>
  <p:cmAuthor id="19" name="Saku Uchikawa" initials="S" lastIdx="11" clrIdx="0"/>
  <p:cmAuthor id="776" name="未知用户435" initials="未" lastIdx="7" clrIdx="1"/>
  <p:cmAuthor id="20" name="00065088" initials="0" lastIdx="2" clrIdx="19"/>
  <p:cmAuthor id="777" name="未知用户356" initials="未" lastIdx="1" clrIdx="2"/>
  <p:cmAuthor id="21" name="sunyufang" initials="s" lastIdx="1" clrIdx="21"/>
  <p:cmAuthor id="778" name="未知用户436" initials="未" lastIdx="1" clrIdx="0"/>
  <p:cmAuthor id="22" name="蔡建楠" initials="caijianna" lastIdx="15" clrIdx="17"/>
  <p:cmAuthor id="779" name="未知用户396" initials="未" lastIdx="1" clrIdx="0"/>
  <p:cmAuthor id="1411827" name="黄晓平" initials="黄" lastIdx="0" clrIdx="0"/>
  <p:cmAuthor id="23" name="10009110" initials="1" lastIdx="23" clrIdx="22"/>
  <p:cmAuthor id="780" name="未知用户437" initials="未" lastIdx="1" clrIdx="1"/>
  <p:cmAuthor id="1411828" name="pengfei shen" initials="ps" lastIdx="1" clrIdx="38"/>
  <p:cmAuthor id="24" name="李蕾00009994" initials="李" lastIdx="6" clrIdx="17"/>
  <p:cmAuthor id="781" name="未知用户397" initials="未" lastIdx="1" clrIdx="0"/>
  <p:cmAuthor id="1411829" name="Wu, Jing 1. (NSB - CN/Hangzhou)" initials="WJ1(C" lastIdx="2" clrIdx="39"/>
  <p:cmAuthor id="25" name="wyz" initials="w" lastIdx="1" clrIdx="24"/>
  <p:cmAuthor id="782" name="未知用户419" initials="未" lastIdx="1" clrIdx="0"/>
  <p:cmAuthor id="1411830" name="唐 赛" initials="唐" lastIdx="1" clrIdx="45"/>
  <p:cmAuthor id="26" name="10270945" initials="1" lastIdx="2" clrIdx="25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zrf" initials="zrf" lastIdx="3" clrIdx="26"/>
  <p:cmAuthor id="191251536" name="李哲(ZheLi)-顺丰科技" initials="a" lastIdx="1" clrIdx="11"/>
  <p:cmAuthor id="785" name="未知用户401" initials="未" lastIdx="43" clrIdx="1"/>
  <p:cmAuthor id="28" name="Hou Yingfeng" initials="H" lastIdx="10" clrIdx="23"/>
  <p:cmAuthor id="191251537" name="Echo" initials="E" lastIdx="1" clrIdx="191251536"/>
  <p:cmAuthor id="786" name="未知用户402" initials="未" lastIdx="1" clrIdx="0"/>
  <p:cmAuthor id="29" name="赵诚荣10027092" initials="赵" lastIdx="2" clrIdx="25"/>
  <p:cmAuthor id="191251538" name="渠沛" initials="渠" lastIdx="1" clrIdx="35"/>
  <p:cmAuthor id="787" name="未知用户403" initials="未" lastIdx="1" clrIdx="0"/>
  <p:cmAuthor id="30" name="10056791" initials="ZTE" lastIdx="1" clrIdx="29"/>
  <p:cmAuthor id="191251539" name="席琛" initials="" lastIdx="0" clrIdx="58"/>
  <p:cmAuthor id="788" name="未知用户327" initials="未" lastIdx="1" clrIdx="0"/>
  <p:cmAuthor id="31" name="Author" initials="A" lastIdx="0" clrIdx="30"/>
  <p:cmAuthor id="191251540" name="韩剑侠" initials="P" lastIdx="1" clrIdx="41"/>
  <p:cmAuthor id="789" name="未知用户404" initials="未" lastIdx="1" clrIdx="0"/>
  <p:cmAuthor id="32" name="李楠10047711" initials="李楠10047711" lastIdx="2" clrIdx="31"/>
  <p:cmAuthor id="191251541" name="孙 笑庆" initials="孙" lastIdx="3" clrIdx="16"/>
  <p:cmAuthor id="790" name="未知用户405" initials="未" lastIdx="1" clrIdx="0"/>
  <p:cmAuthor id="33" name="10045953" initials="1" lastIdx="1" clrIdx="32"/>
  <p:cmAuthor id="191251542" name="yang.yuan" initials="y" lastIdx="0" clrIdx="17"/>
  <p:cmAuthor id="791" name="未知用户439" initials="未" lastIdx="2" clrIdx="0"/>
  <p:cmAuthor id="34" name="Y Y" initials="YY" lastIdx="2" clrIdx="33"/>
  <p:cmAuthor id="191251543" name="王娟" initials="1" lastIdx="1" clrIdx="31"/>
  <p:cmAuthor id="792" name="未知用户406" initials="未" lastIdx="0" clrIdx="0"/>
  <p:cmAuthor id="475196944" name="姚琳" initials="姚" lastIdx="1133934" clrIdx="0"/>
  <p:cmAuthor id="35" name="Administrator" initials="A" lastIdx="1" clrIdx="35"/>
  <p:cmAuthor id="36" name="Microsoft 帐户" initials="M帐" lastIdx="6" clrIdx="36"/>
  <p:cmAuthor id="793" name="未知用户440" initials="未" lastIdx="1" clrIdx="0"/>
  <p:cmAuthor id="475196945" name="chen" initials="c" lastIdx="1" clrIdx="2"/>
  <p:cmAuthor id="37" name="zhulinfeng3" initials="z" lastIdx="1" clrIdx="36"/>
  <p:cmAuthor id="794" name="未知用户441" initials="未" lastIdx="1" clrIdx="0"/>
  <p:cmAuthor id="38" name="migu" initials="m" lastIdx="3" clrIdx="37"/>
  <p:cmAuthor id="795" name="未知用户442" initials="未" lastIdx="1" clrIdx="0"/>
  <p:cmAuthor id="39" name="ytyan" initials="y" lastIdx="2" clrIdx="38"/>
  <p:cmAuthor id="796" name="未知用户409" initials="未" lastIdx="2" clrIdx="2"/>
  <p:cmAuthor id="40" name="huhuajun" initials="h" lastIdx="1" clrIdx="39"/>
  <p:cmAuthor id="797" name="未知用户443" initials="未" lastIdx="1" clrIdx="0"/>
  <p:cmAuthor id="41" name="tangxianwei@zj.cmcc" initials="t" lastIdx="1" clrIdx="40"/>
  <p:cmAuthor id="798" name="未知用户411" initials="未" lastIdx="3" clrIdx="1"/>
  <p:cmAuthor id="42" name="徐秋月|xuqiuyue1" initials="徐秋月" lastIdx="1" clrIdx="41"/>
  <p:cmAuthor id="799" name="未知用户444" initials="未" lastIdx="6" clrIdx="0"/>
  <p:cmAuthor id="43" name="钱鑫妮|qianxinni" initials="钱鑫妮" lastIdx="1" clrIdx="42"/>
  <p:cmAuthor id="800" name="未知用户413" initials="未" lastIdx="1" clrIdx="1"/>
  <p:cmAuthor id="44" name="成玉玉" initials="成" lastIdx="1" clrIdx="43"/>
  <p:cmAuthor id="801" name="未知用户445" initials="未" lastIdx="1" clrIdx="0"/>
  <p:cmAuthor id="45" name="赵晓鸿|zhaoxiaohong4" initials="赵晓鸿" lastIdx="1" clrIdx="44"/>
  <p:cmAuthor id="802" name="未知用户446" initials="未" lastIdx="1" clrIdx="0"/>
  <p:cmAuthor id="46" name="tzljl" initials="t" lastIdx="1" clrIdx="45"/>
  <p:cmAuthor id="803" name="未知用户447" initials="未" lastIdx="1" clrIdx="0"/>
  <p:cmAuthor id="47" name="关全全10258021" initials="关" lastIdx="10" clrIdx="36"/>
  <p:cmAuthor id="804" name="未知用户448" initials="未" lastIdx="1" clrIdx="0"/>
  <p:cmAuthor id="48" name="13857" initials="1" lastIdx="2" clrIdx="47"/>
  <p:cmAuthor id="805" name="未知用户333" initials="未" lastIdx="1" clrIdx="0"/>
  <p:cmAuthor id="49" name="卢晨|luchen" initials="卢晨" lastIdx="2" clrIdx="48"/>
  <p:cmAuthor id="806" name="未知用户417" initials="未" lastIdx="1" clrIdx="0"/>
  <p:cmAuthor id="50" name="Lenovo" initials="L" lastIdx="1" clrIdx="49"/>
  <p:cmAuthor id="807" name="未知用户449" initials="未" lastIdx="1" clrIdx="0"/>
  <p:cmAuthor id="51" name="wangxiaodong" initials="w" lastIdx="1" clrIdx="50"/>
  <p:cmAuthor id="808" name="未知用户418" initials="未" lastIdx="1" clrIdx="0"/>
  <p:cmAuthor id="52" name="周君|zhoujun10" initials="周君" lastIdx="1" clrIdx="61"/>
  <p:cmAuthor id="809" name="未知用户450" initials="未" lastIdx="6" clrIdx="0"/>
  <p:cmAuthor id="53" name="陆晨凯|luchenkai" initials="陆晨凯" lastIdx="1" clrIdx="52"/>
  <p:cmAuthor id="810" name="未知用户423" initials="未" lastIdx="0" clrIdx="0"/>
  <p:cmAuthor id="54" name="杨思思_VNjyvY7j" initials="authorId_430925712" lastIdx="0" clrIdx="0"/>
  <p:cmAuthor id="811" name="未知用户424" initials="未" lastIdx="5" clrIdx="0"/>
  <p:cmAuthor id="55" name="QTX" initials="Q" lastIdx="1" clrIdx="64"/>
  <p:cmAuthor id="812" name="未知用户425" initials="未" lastIdx="3" clrIdx="1"/>
  <p:cmAuthor id="56" name="叶盛|yesheng1" initials="叶盛" lastIdx="2" clrIdx="59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I_u6feq6Zr" initials="authorId_300885863" lastIdx="0" clrIdx="0"/>
  <p:cmAuthor id="815" name="未知用户453" initials="未" lastIdx="1" clrIdx="0"/>
  <p:cmAuthor id="59" name="zh" initials="z" lastIdx="1" clrIdx="58"/>
  <p:cmAuthor id="816" name="未知用户454" initials="未" lastIdx="1" clrIdx="2"/>
  <p:cmAuthor id="60" name="dejat" initials="d" lastIdx="1" clrIdx="59"/>
  <p:cmAuthor id="817" name="未知用户455" initials="未" lastIdx="1" clrIdx="0"/>
  <p:cmAuthor id="61" name="yangliru1" initials="y" lastIdx="1" clrIdx="60"/>
  <p:cmAuthor id="818" name="未知用户456" initials="未" lastIdx="1" clrIdx="0"/>
  <p:cmAuthor id="62" name="未知的使用者91" initials="" lastIdx="1" clrIdx="0"/>
  <p:cmAuthor id="819" name="未知用户457" initials="未" lastIdx="10" clrIdx="0"/>
  <p:cmAuthor id="63" name="zxl" initials="z" lastIdx="11" clrIdx="62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张 青山" initials="张" lastIdx="6" clrIdx="545"/>
  <p:cmAuthor id="66" name="liucunri" initials="" lastIdx="1" clrIdx="0"/>
  <p:cmAuthor id="823" name="张青山" initials="张青山" lastIdx="1" clrIdx="546"/>
  <p:cmAuthor id="67" name="未知用户9" initials="" lastIdx="1" clrIdx="0"/>
  <p:cmAuthor id="68" name="wzchenl@zj.cmcc" initials="wzchenl@zj.cmcc" lastIdx="1" clrIdx="67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邱飞燕|qiufeiyan" initials="邱飞燕" lastIdx="2" clrIdx="71"/>
  <p:cmAuthor id="829" name="未知用户471" initials="未" lastIdx="1" clrIdx="0"/>
  <p:cmAuthor id="73" name="未知的使用者120" initials="" lastIdx="1" clrIdx="0"/>
  <p:cmAuthor id="830" name="未知用户472" initials="未" lastIdx="1" clrIdx="0"/>
  <p:cmAuthor id="74" name="px" initials="" lastIdx="3" clrIdx="1"/>
  <p:cmAuthor id="831" name="未知用户473" initials="未" lastIdx="4" clrIdx="0"/>
  <p:cmAuthor id="75" name="陈梁|wzchenl" initials="陈梁" lastIdx="1" clrIdx="74"/>
  <p:cmAuthor id="76" name="wangzhengyu" initials="w" lastIdx="1" clrIdx="25"/>
  <p:cmAuthor id="77" name="w x" initials="wx" lastIdx="2" clrIdx="26"/>
  <p:cmAuthor id="834" name="进 揭" initials="进" lastIdx="1" clrIdx="87"/>
  <p:cmAuthor id="78" name="SHEN Chao" initials="SC" lastIdx="1" clrIdx="37"/>
  <p:cmAuthor id="835" name="未知用户475" initials="未" lastIdx="0" clrIdx="0"/>
  <p:cmAuthor id="79" name="微软用户" initials="" lastIdx="1" clrIdx="0"/>
  <p:cmAuthor id="836" name="未知用户476" initials="未" lastIdx="1" clrIdx="0"/>
  <p:cmAuthor id="80" name="未知的使用者73" initials="" lastIdx="1" clrIdx="0"/>
  <p:cmAuthor id="81" name="未知的使用者24" initials="" lastIdx="8" clrIdx="0"/>
  <p:cmAuthor id="838" name="未知用户489" initials="未" lastIdx="1" clrIdx="0"/>
  <p:cmAuthor id="82" name="未知用户16" initials="" lastIdx="1" clrIdx="0"/>
  <p:cmAuthor id="839" name="未知用户488" initials="未" lastIdx="10" clrIdx="0"/>
  <p:cmAuthor id="83" name="Mary Feil-Jacobs" initials="" lastIdx="43" clrIdx="1"/>
  <p:cmAuthor id="840" name="未知用户490" initials="未" lastIdx="1" clrIdx="0"/>
  <p:cmAuthor id="84" name="LiuHui" initials="" lastIdx="1" clrIdx="0"/>
  <p:cmAuthor id="841" name="未知用户477" initials="未" lastIdx="2" clrIdx="0"/>
  <p:cmAuthor id="85" name="未知的使用者45" initials="" lastIdx="1" clrIdx="0"/>
  <p:cmAuthor id="842" name="未知用户478" initials="未" lastIdx="1" clrIdx="0"/>
  <p:cmAuthor id="86" name="王鹏凯" initials="" lastIdx="1" clrIdx="0"/>
  <p:cmAuthor id="843" name="10015046" initials="1" lastIdx="1" clrIdx="842"/>
  <p:cmAuthor id="87" name="未知用户104" initials="" lastIdx="1" clrIdx="0"/>
  <p:cmAuthor id="844" name="未知用户480" initials="未" lastIdx="1" clrIdx="0"/>
  <p:cmAuthor id="88" name="未知用户5" initials="" lastIdx="1" clrIdx="0"/>
  <p:cmAuthor id="845" name="未知用户481" initials="未" lastIdx="10" clrIdx="0"/>
  <p:cmAuthor id="89" name="未知的使用者10" initials="" lastIdx="3" clrIdx="1"/>
  <p:cmAuthor id="846" name="未知用户271" initials="未" lastIdx="1" clrIdx="0"/>
  <p:cmAuthor id="90" name="未知的使用者93" initials="" lastIdx="1" clrIdx="1"/>
  <p:cmAuthor id="847" name="未知用户388" initials="未" lastIdx="1" clrIdx="0"/>
  <p:cmAuthor id="91" name="范作霖" initials="范" lastIdx="1" clrIdx="22"/>
  <p:cmAuthor id="848" name="未知用户484" initials="未" lastIdx="1" clrIdx="0"/>
  <p:cmAuthor id="92" name="LeeElva" initials="" lastIdx="1" clrIdx="0"/>
  <p:cmAuthor id="849" name="未知用户224" initials="未" lastIdx="5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854" name="未知用户487" initials="未" lastIdx="0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861" name="seki" initials="s" lastIdx="1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864" name="未知用户270" initials="未" lastIdx="1" clrIdx="0"/>
  <p:cmAuthor id="108" name="未知的使用者27" initials="" lastIdx="8" clrIdx="0"/>
  <p:cmAuthor id="109" name="刘豹" initials="刘" lastIdx="0" clrIdx="0"/>
  <p:cmAuthor id="866" name="USER631805" initials="U" lastIdx="1" clrIdx="865"/>
  <p:cmAuthor id="110" name="未知的使用者30" initials="" lastIdx="8" clrIdx="0"/>
  <p:cmAuthor id="867" name="zhangbai" initials="z" lastIdx="1" clrIdx="866"/>
  <p:cmAuthor id="111" name="未知的使用者53" initials="" lastIdx="1" clrIdx="0"/>
  <p:cmAuthor id="868" name="俊呈 賴" initials="俊" lastIdx="1" clrIdx="87"/>
  <p:cmAuthor id="112" name="未知用户58" initials="" lastIdx="5" clrIdx="1"/>
  <p:cmAuthor id="113" name="未知的使用者25" initials="" lastIdx="1" clrIdx="0"/>
  <p:cmAuthor id="114" name="liupeng" initials="" lastIdx="1" clrIdx="1"/>
  <p:cmAuthor id="871" name="Nero" initials="N" lastIdx="2" clrIdx="0"/>
  <p:cmAuthor id="115" name="未知用户24" initials="" lastIdx="1" clrIdx="0"/>
  <p:cmAuthor id="872" name="yifan song" initials="y" lastIdx="1" clrIdx="85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876" name="莊安君" initials="莊" lastIdx="1" clrIdx="65"/>
  <p:cmAuthor id="120" name="郑汝鸿" initials="郑" lastIdx="2" clrIdx="0"/>
  <p:cmAuthor id="121" name="未知用户19" initials="" lastIdx="1" clrIdx="0"/>
  <p:cmAuthor id="122" name="周宏達JerryChou" initials="" lastIdx="6" clrIdx="2"/>
  <p:cmAuthor id="879" name="陳建璋" initials="陳" lastIdx="2" clrIdx="85"/>
  <p:cmAuthor id="123" name="邢辰凤" initials="邢" lastIdx="45" clrIdx="7"/>
  <p:cmAuthor id="880" name="建璋" initials="建" lastIdx="1" clrIdx="86"/>
  <p:cmAuthor id="124" name="未知用户7" initials="" lastIdx="1" clrIdx="0"/>
  <p:cmAuthor id="125" name="未知的使用者56" initials="" lastIdx="1" clrIdx="0"/>
  <p:cmAuthor id="882" name="77482" initials="7" lastIdx="2" clrIdx="548"/>
  <p:cmAuthor id="126" name="未知用户46" initials="未" lastIdx="1" clrIdx="1"/>
  <p:cmAuthor id="883" name="未知用户265" initials="未" lastIdx="2" clrIdx="0"/>
  <p:cmAuthor id="127" name="未知的使用者119" initials="" lastIdx="1" clrIdx="2"/>
  <p:cmAuthor id="884" name="未知用户267" initials="未" lastIdx="1" clrIdx="0"/>
  <p:cmAuthor id="128" name="未知用户59" initials="" lastIdx="0" clrIdx="1"/>
  <p:cmAuthor id="885" name="liuxie" initials="l" lastIdx="1" clrIdx="588"/>
  <p:cmAuthor id="129" name="未知的使用者22" initials="" lastIdx="8" clrIdx="0"/>
  <p:cmAuthor id="886" name="张因然10112423" initials="1" lastIdx="1" clrIdx="885"/>
  <p:cmAuthor id="130" name="未知的使用者103" initials="" lastIdx="8" clrIdx="0"/>
  <p:cmAuthor id="887" name="未知用户241" initials="未" lastIdx="0" clrIdx="1"/>
  <p:cmAuthor id="131" name="Wenwen" initials="" lastIdx="1" clrIdx="1"/>
  <p:cmAuthor id="132" name="未知的使用者117" initials="" lastIdx="1" clrIdx="0"/>
  <p:cmAuthor id="133" name="未知的使用者33" initials="" lastIdx="1" clrIdx="0"/>
  <p:cmAuthor id="890" name="未知用户227" initials="未" lastIdx="1" clrIdx="0"/>
  <p:cmAuthor id="134" name="未知的使用者28" initials="" lastIdx="1" clrIdx="0"/>
  <p:cmAuthor id="891" name="未知用户298" initials="未" lastIdx="1" clrIdx="0"/>
  <p:cmAuthor id="135" name="未知用户67" initials="" lastIdx="1" clrIdx="0"/>
  <p:cmAuthor id="892" name="未知用户299" initials="未" lastIdx="1" clrIdx="0"/>
  <p:cmAuthor id="136" name="未知用户114" initials="" lastIdx="1" clrIdx="0"/>
  <p:cmAuthor id="137" name="未知用户18" initials="" lastIdx="10" clrIdx="0"/>
  <p:cmAuthor id="894" name="未知用户302" initials="未" lastIdx="1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898" name="許詩婕" initials="許" lastIdx="1" clrIdx="1"/>
  <p:cmAuthor id="142" name="未知的使用者9" initials="" lastIdx="1" clrIdx="0"/>
  <p:cmAuthor id="143" name="未知用户62" initials="" lastIdx="1" clrIdx="1"/>
  <p:cmAuthor id="900" name="minil" initials="m" lastIdx="4" clrIdx="589"/>
  <p:cmAuthor id="353158055" name="韩雨" initials="韩" lastIdx="0" clrIdx="0"/>
  <p:cmAuthor id="901" name="15106" initials="1" lastIdx="4" clrIdx="0"/>
  <p:cmAuthor id="144" name="yuanzh" initials="" lastIdx="1" clrIdx="1"/>
  <p:cmAuthor id="145" name="不明使用者57" initials="" lastIdx="1" clrIdx="0"/>
  <p:cmAuthor id="595510092" name="乐燕" initials="乐" lastIdx="1" clrIdx="647"/>
  <p:cmAuthor id="146" name="未知用户108" initials="" lastIdx="1" clrIdx="0"/>
  <p:cmAuthor id="903" name="赵 璐" initials="赵" lastIdx="4" clrIdx="0"/>
  <p:cmAuthor id="147" name="未知的使用者110" initials="" lastIdx="1" clrIdx="0"/>
  <p:cmAuthor id="229044123" name="WPS_1468166496" initials="W" lastIdx="1" clrIdx="344"/>
  <p:cmAuthor id="904" name="Zhu, Hawk" initials="Z" lastIdx="1" clrIdx="0"/>
  <p:cmAuthor id="148" name="linyd" initials="" lastIdx="3" clrIdx="1"/>
  <p:cmAuthor id="905" name="tanjp" initials="t" lastIdx="0" clrIdx="491"/>
  <p:cmAuthor id="149" name="未知用户8" initials="" lastIdx="1" clrIdx="0"/>
  <p:cmAuthor id="906" name="YS" initials="Y" lastIdx="1" clrIdx="86"/>
  <p:cmAuthor id="150" name="未知的使用者31" initials="" lastIdx="1" clrIdx="0"/>
  <p:cmAuthor id="151" name="未知用户81" initials="" lastIdx="1" clrIdx="0"/>
  <p:cmAuthor id="908" name="10285279" initials="1" lastIdx="1" clrIdx="907"/>
  <p:cmAuthor id="152" name="未知用户115" initials="" lastIdx="1" clrIdx="0"/>
  <p:cmAuthor id="153" name="未知用户21" initials="" lastIdx="1" clrIdx="0"/>
  <p:cmAuthor id="910" name="Jdi" initials="J" lastIdx="0" clrIdx="0"/>
  <p:cmAuthor id="154" name="未知的使用者68" initials="" lastIdx="1" clrIdx="0"/>
  <p:cmAuthor id="911" name="未知用户337" initials="未" lastIdx="1" clrIdx="0"/>
  <p:cmAuthor id="155" name="mm" initials="" lastIdx="1" clrIdx="0"/>
  <p:cmAuthor id="912" name="未知用户239" initials="未" lastIdx="3" clrIdx="0"/>
  <p:cmAuthor id="156" name="未知用户15" initials="" lastIdx="1" clrIdx="0"/>
  <p:cmAuthor id="913" name="chenmh" initials="c" lastIdx="1" clrIdx="85"/>
  <p:cmAuthor id="157" name="朱晓瑜" initials="" lastIdx="54" clrIdx="0"/>
  <p:cmAuthor id="914" name="CVTEr" initials="C" lastIdx="1" clrIdx="0"/>
  <p:cmAuthor id="158" name="不明使用者20" initials="" lastIdx="1" clrIdx="0"/>
  <p:cmAuthor id="915" name="June C" initials="J" lastIdx="1" clrIdx="4"/>
  <p:cmAuthor id="159" name="未知用户82" initials="" lastIdx="1" clrIdx="0"/>
  <p:cmAuthor id="916" name="00270" initials="0" lastIdx="1" clrIdx="0"/>
  <p:cmAuthor id="160" name="未知的使用者7" initials="" lastIdx="2" clrIdx="0"/>
  <p:cmAuthor id="917" name="IBM_USER" initials="I" lastIdx="4" clrIdx="1"/>
  <p:cmAuthor id="161" name="未知用户6" initials="" lastIdx="8" clrIdx="0"/>
  <p:cmAuthor id="918" name="aa" initials="a" lastIdx="10" clrIdx="9"/>
  <p:cmAuthor id="162" name="未知的使用者55" initials="" lastIdx="1" clrIdx="0"/>
  <p:cmAuthor id="919" name="shinevin liu" initials="s" lastIdx="1" clrIdx="3"/>
  <p:cmAuthor id="163" name="未知的使用者111" initials="" lastIdx="1" clrIdx="0"/>
  <p:cmAuthor id="920" name="Davidpeng" initials="D" lastIdx="1" clrIdx="10"/>
  <p:cmAuthor id="164" name="未知的使用者50" initials="" lastIdx="1" clrIdx="0"/>
  <p:cmAuthor id="921" name="dbc" initials="d" lastIdx="2" clrIdx="0"/>
  <p:cmAuthor id="165" name="未知的使用者11" initials="" lastIdx="1" clrIdx="0"/>
  <p:cmAuthor id="922" name="吴军影" initials="吴" lastIdx="10" clrIdx="0"/>
  <p:cmAuthor id="166" name="未知用户47" initials="" lastIdx="6" clrIdx="0"/>
  <p:cmAuthor id="923" name="冯学沛" initials="冯" lastIdx="1" clrIdx="1"/>
  <p:cmAuthor id="167" name="未知用户106" initials="未" lastIdx="1" clrIdx="0"/>
  <p:cmAuthor id="924" name="杨 超" initials="杨" lastIdx="1" clrIdx="3"/>
  <p:cmAuthor id="168" name="未知用户116" initials="" lastIdx="1" clrIdx="1"/>
  <p:cmAuthor id="925" name="董艺萱00344473" initials="董艺萱003444" lastIdx="11" clrIdx="924"/>
  <p:cmAuthor id="169" name="未知的使用者150" initials="未" lastIdx="1" clrIdx="0"/>
  <p:cmAuthor id="926" name="Rex" initials="R" lastIdx="0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72" name="梁亚栋" initials="梁" lastIdx="776053" clrIdx="0"/>
  <p:cmAuthor id="146566727" name="xzb1" initials="x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赵丽丽" initials="赵" lastIdx="6" clrIdx="3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961" name="未知用户107" initials="" lastIdx="0" clrIdx="960"/>
  <p:cmAuthor id="205" name="未知的使用者48" initials="" lastIdx="1" clrIdx="0"/>
  <p:cmAuthor id="962" name="未知的使用者83" initials="" lastIdx="0" clrIdx="961"/>
  <p:cmAuthor id="206" name="未知的使用者104" initials="" lastIdx="1" clrIdx="0"/>
  <p:cmAuthor id="963" name="未知的使用者84" initials="" lastIdx="0" clrIdx="962"/>
  <p:cmAuthor id="207" name="未知用户60" initials="" lastIdx="1" clrIdx="0"/>
  <p:cmAuthor id="964" name="未知的使用者70" initials="" lastIdx="0" clrIdx="963"/>
  <p:cmAuthor id="208" name="未知的使用者39" initials="未" lastIdx="10" clrIdx="0"/>
  <p:cmAuthor id="965" name="未知的使用者85" initials="" lastIdx="0" clrIdx="964"/>
  <p:cmAuthor id="209" name="Shawna Strickland" initials="" lastIdx="2" clrIdx="0"/>
  <p:cmAuthor id="966" name="未知的使用者87" initials="" lastIdx="0" clrIdx="965"/>
  <p:cmAuthor id="210" name="未知的使用者36" initials="" lastIdx="3" clrIdx="1"/>
  <p:cmAuthor id="967" name="曾红" initials="" lastIdx="0" clrIdx="966"/>
  <p:cmAuthor id="211" name="未知的使用者76" initials="未" lastIdx="1" clrIdx="0"/>
  <p:cmAuthor id="968" name="未知的使用者29" initials="" lastIdx="0" clrIdx="967"/>
  <p:cmAuthor id="212" name="Daniel Wuu" initials="" lastIdx="1" clrIdx="0"/>
  <p:cmAuthor id="969" name="未知的使用者98" initials="" lastIdx="0" clrIdx="968"/>
  <p:cmAuthor id="213" name="未知用户56" initials="" lastIdx="1" clrIdx="0"/>
  <p:cmAuthor id="970" name="Unknown User48" initials="" lastIdx="0" clrIdx="969"/>
  <p:cmAuthor id="214" name="未知的使用者14" initials="" lastIdx="2" clrIdx="0"/>
  <p:cmAuthor id="971" name="Sky123.Org" initials="" lastIdx="0" clrIdx="970"/>
  <p:cmAuthor id="215" name="云峰 贾" initials="云" lastIdx="2" clrIdx="0"/>
  <p:cmAuthor id="972" name="沙俊杰00140688" initials="沙俊杰00140688" lastIdx="0" clrIdx="971"/>
  <p:cmAuthor id="216" name="未知的使用者197" initials="未" lastIdx="8" clrIdx="0"/>
  <p:cmAuthor id="973" name="10255708" initials="1" lastIdx="0" clrIdx="972"/>
  <p:cmAuthor id="441412215" name="tonghailan" initials="t" lastIdx="1126972" clrIdx="1"/>
  <p:cmAuthor id="217" name="Ashley Eberenz" initials="" lastIdx="7" clrIdx="1"/>
  <p:cmAuthor id="974" name="张家慧" initials="张" lastIdx="0" clrIdx="973"/>
  <p:cmAuthor id="218" name="不明使用者19" initials="" lastIdx="1" clrIdx="0"/>
  <p:cmAuthor id="975" name="MA YOU" initials="M" lastIdx="0" clrIdx="974"/>
  <p:cmAuthor id="219" name="qiantong" initials="" lastIdx="3" clrIdx="1"/>
  <p:cmAuthor id="976" name="ma jialin" initials="mj" lastIdx="0" clrIdx="975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未知的使用者168" initials="未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6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SHY" initials="S" lastIdx="1" clrIdx="315"/>
  <p:cmAuthor id="323" name="10099398" initials="1" lastIdx="1" clrIdx="322"/>
  <p:cmAuthor id="324" name="唐芸" initials="唐" lastIdx="5" clrIdx="0"/>
  <p:cmAuthor id="325" name="刘春杰10244342" initials="刘" lastIdx="1" clrIdx="41"/>
  <p:cmAuthor id="326" name="10010600" initials="1" lastIdx="1" clrIdx="325"/>
  <p:cmAuthor id="327" name="10205805" initials="1" lastIdx="1" clrIdx="326"/>
  <p:cmAuthor id="328" name="caojiaju@zj.cmcc" initials="caojiaju@zj.cmcc" lastIdx="1" clrIdx="327"/>
  <p:cmAuthor id="329" name="邱银杰" initials="邱" lastIdx="2" clrIdx="328"/>
  <p:cmAuthor id="330" name="0045000519" initials="0" lastIdx="1" clrIdx="0"/>
  <p:cmAuthor id="331" name="WHF" initials="W" lastIdx="0" clrIdx="50"/>
  <p:cmAuthor id="332" name="Liu, Hongqing (NSB - CN/Shanghai)" initials="L" lastIdx="1" clrIdx="41"/>
  <p:cmAuthor id="333" name="10080095" initials="1" lastIdx="1" clrIdx="332"/>
  <p:cmAuthor id="334" name="10240466" initials="1" lastIdx="1" clrIdx="333"/>
  <p:cmAuthor id="335" name="JZX" initials="J" lastIdx="2" clrIdx="50"/>
  <p:cmAuthor id="287643681" name="殷格非" initials="殷" lastIdx="2" clrIdx="0"/>
  <p:cmAuthor id="336" name="赵怡彬1" initials="赵" lastIdx="1" clrIdx="335"/>
  <p:cmAuthor id="287643682" name="z r" initials="zr" lastIdx="5" clrIdx="12"/>
  <p:cmAuthor id="337" name="李 少峰" initials="李" lastIdx="1" clrIdx="33"/>
  <p:cmAuthor id="287643683" name="石晓利" initials="C" lastIdx="1" clrIdx="13"/>
  <p:cmAuthor id="338" name="sxp" initials="s" lastIdx="2" clrIdx="337"/>
  <p:cmAuthor id="287643684" name="解飞|xief" initials="解飞" lastIdx="0" clrIdx="37"/>
  <p:cmAuthor id="339" name="杜群|lhdq" initials="杜群" lastIdx="1" clrIdx="338"/>
  <p:cmAuthor id="287643685" name="亮" initials="亮" lastIdx="1" clrIdx="44"/>
  <p:cmAuthor id="691587970" name="小延魔法师" initials="小" lastIdx="1126286" clrIdx="0"/>
  <p:cmAuthor id="287643686" name="夜尽迟渊_UrQfrmQZ" initials="authorId_501680251" lastIdx="0" clrIdx="0"/>
  <p:cmAuthor id="340" name="李妍妍|liyanyan3" initials="李妍妍" lastIdx="1" clrIdx="339"/>
  <p:cmAuthor id="691587971" name="陈 湘云" initials="陈" lastIdx="1" clrIdx="50"/>
  <p:cmAuthor id="287643687" name="王丰_aE3uARfm" initials="authorId_383357774" lastIdx="0" clrIdx="0"/>
  <p:cmAuthor id="341" name="10096825" initials="1" lastIdx="1" clrIdx="340"/>
  <p:cmAuthor id="342" name="王斌|wangbin34" initials="王斌" lastIdx="1" clrIdx="341"/>
  <p:cmAuthor id="691587972" name="chenglong ren" initials="cr" lastIdx="1" clrIdx="191251537"/>
  <p:cmAuthor id="287643688" name="方少_UbQfrimU" initials="authorId_442114952" lastIdx="0" clrIdx="0"/>
  <p:cmAuthor id="343" name="朱毓澄|zhuyucheng2" initials="朱毓澄" lastIdx="5" clrIdx="342"/>
  <p:cmAuthor id="691587973" name="黄昊_BfmimI77" initials="authorId_542187450" lastIdx="0" clrIdx="0"/>
  <p:cmAuthor id="287643689" name="叶盛_Q3A3IfEf" initials="authorId_506280334" lastIdx="0" clrIdx="0"/>
  <p:cmAuthor id="344" name="chenjiayue" initials="c" lastIdx="1" clrIdx="343"/>
  <p:cmAuthor id="691587974" name="十口亭_VZZjMJvM" initials="authorId_482745140" lastIdx="0" clrIdx="0"/>
  <p:cmAuthor id="287643690" name="Harley._bEJrUJ7r" initials="authorId_432156705" lastIdx="0" clrIdx="0"/>
  <p:cmAuthor id="345" name="wangnan19" initials="w" lastIdx="1" clrIdx="344"/>
  <p:cmAuthor id="691587975" name="gaoyang zhan" initials="gz" lastIdx="1" clrIdx="191251537"/>
  <p:cmAuthor id="287643691" name="罗平_VB7vJb2E" initials="authorId_305049361" lastIdx="0" clrIdx="0"/>
  <p:cmAuthor id="346" name="Unknown User24" initials="U" lastIdx="1" clrIdx="0"/>
  <p:cmAuthor id="691587976" name="周豪特_N7nyVj2I" initials="authorId_419394838" lastIdx="0" clrIdx="0"/>
  <p:cmAuthor id="287643692" name="xixi_nUjqe22E" initials="authorId_359229261" lastIdx="0" clrIdx="0"/>
  <p:cmAuthor id="347" name="金标|jinbiao" initials="金标" lastIdx="1" clrIdx="346"/>
  <p:cmAuthor id="691587977" name="丁华乐_qaMraEby" initials="authorId_616659736" lastIdx="0" clrIdx="0"/>
  <p:cmAuthor id="287643693" name="安安_zm6nYnYZ" initials="authorId_347340296" lastIdx="0" clrIdx="0"/>
  <p:cmAuthor id="348" name="10207586" initials="1" lastIdx="1" clrIdx="347"/>
  <p:cmAuthor id="691587978" name="罗平_QfY3MnyU" initials="authorId_1512265542" lastIdx="0" clrIdx="0"/>
  <p:cmAuthor id="287643694" name="nature_emInFJF7" initials="authorId_313163542" lastIdx="0" clrIdx="0"/>
  <p:cmAuthor id="349" name="10170716" initials="1" lastIdx="1" clrIdx="348"/>
  <p:cmAuthor id="691587979" name="刚刚好_RBZbyEj2" initials="authorId_256324335" lastIdx="0" clrIdx="0"/>
  <p:cmAuthor id="350" name="00001457" initials="0" lastIdx="1" clrIdx="349"/>
  <p:cmAuthor id="691587980" name="鲁琪_ayIzYrYZ" initials="authorId_602698507" lastIdx="0" clrIdx="0"/>
  <p:cmAuthor id="287643696" name="周君_MfIffYra" initials="authorId_375419134" lastIdx="0" clrIdx="0"/>
  <p:cmAuthor id="351" name="未知的使用者173" initials="未" lastIdx="1" clrIdx="0"/>
  <p:cmAuthor id="691587981" name="黄百成_m6Jjq6bQ" initials="authorId_901868002" lastIdx="0" clrIdx="0"/>
  <p:cmAuthor id="352" name="盛枫10333537" initials="盛" lastIdx="1" clrIdx="351"/>
  <p:cmAuthor id="353" name="刘威" initials="liuwei" lastIdx="1" clrIdx="352"/>
  <p:cmAuthor id="354" name="朱红新10208100" initials="朱" lastIdx="10" clrIdx="50"/>
  <p:cmAuthor id="355" name="lirui" initials="l" lastIdx="1" clrIdx="48"/>
  <p:cmAuthor id="356" name="Joyce" initials="J" lastIdx="1" clrIdx="355"/>
  <p:cmAuthor id="357" name="10067286" initials="1" lastIdx="1" clrIdx="354"/>
  <p:cmAuthor id="358" name="张静_Anua7Nne" initials="张" lastIdx="0" clrIdx="0"/>
  <p:cmAuthor id="359" name="15857" initials="1" lastIdx="1" clrIdx="358"/>
  <p:cmAuthor id="360" name="未知的使用者176" initials="未" lastIdx="1" clrIdx="0"/>
  <p:cmAuthor id="361" name="张琼|zhangqiong" initials="张琼" lastIdx="1" clrIdx="360"/>
  <p:cmAuthor id="362" name="未知的使用者178" initials="未" lastIdx="1" clrIdx="0"/>
  <p:cmAuthor id="363" name="未知的使用者179" initials="未" lastIdx="1" clrIdx="0"/>
  <p:cmAuthor id="364" name="10260821" initials="1" lastIdx="1" clrIdx="363"/>
  <p:cmAuthor id="365" name="徐琳00159163" initials="徐" lastIdx="1" clrIdx="37"/>
  <p:cmAuthor id="366" name="钟 潇文" initials="钟" lastIdx="1" clrIdx="50"/>
  <p:cmAuthor id="367" name="Wangjian (Frank)" initials="W" lastIdx="1" clrIdx="44"/>
  <p:cmAuthor id="368" name="Think" initials="T" lastIdx="2" clrIdx="40"/>
  <p:cmAuthor id="369" name="马紫慧|mazh" initials="马紫慧" lastIdx="1" clrIdx="368"/>
  <p:cmAuthor id="370" name="赵泽盛10022760" initials="赵" lastIdx="1" clrIdx="50"/>
  <p:cmAuthor id="371" name="hanyangyang" initials="h" lastIdx="1" clrIdx="370"/>
  <p:cmAuthor id="372" name="Vincent" initials="VZ" lastIdx="1" clrIdx="371"/>
  <p:cmAuthor id="374" name="未知的使用者146" initials="未" lastIdx="1" clrIdx="0"/>
  <p:cmAuthor id="375" name="zhangzm" initials="z" lastIdx="2" clrIdx="374"/>
  <p:cmAuthor id="376" name="00334816" initials="0" lastIdx="1" clrIdx="375"/>
  <p:cmAuthor id="377" name="10073055" initials="1" lastIdx="1" clrIdx="376"/>
  <p:cmAuthor id="378" name="00005049" initials="0" lastIdx="1" clrIdx="377"/>
  <p:cmAuthor id="379" name="10024364" initials="1" lastIdx="1" clrIdx="378"/>
  <p:cmAuthor id="380" name="sharon" initials="s" lastIdx="1" clrIdx="84"/>
  <p:cmAuthor id="381" name="未知用户131" initials="未" lastIdx="1" clrIdx="2"/>
  <p:cmAuthor id="382" name="未知用户132" initials="未" lastIdx="1" clrIdx="0"/>
  <p:cmAuthor id="383" name="未知的使用者194" initials="未" lastIdx="1" clrIdx="0"/>
  <p:cmAuthor id="384" name="董朝州|dongchaozhou" initials="董朝州" lastIdx="1" clrIdx="383"/>
  <p:cmAuthor id="386" name="zjlschaiyf1z" initials="z" lastIdx="1" clrIdx="385"/>
  <p:cmAuthor id="387" name="未知用户136" initials="未" lastIdx="1" clrIdx="1"/>
  <p:cmAuthor id="388" name="11746" initials="1" lastIdx="1" clrIdx="387"/>
  <p:cmAuthor id="389" name="caibin" initials="c" lastIdx="1" clrIdx="388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5" name="10240440" initials="1" lastIdx="1" clrIdx="394"/>
  <p:cmAuthor id="396" name="未知的使用者222" initials="" lastIdx="5" clrIdx="1"/>
  <p:cmAuthor id="397" name="未知的使用者203" initials="未" lastIdx="1" clrIdx="0"/>
  <p:cmAuthor id="398" name="10169052" initials="TC" lastIdx="2" clrIdx="397"/>
  <p:cmAuthor id="399" name="10326543" initials="1" lastIdx="4" clrIdx="398"/>
  <p:cmAuthor id="402" name="未知用户133" initials="未" lastIdx="1" clrIdx="0"/>
  <p:cmAuthor id="403" name="未知的使用者218" initials="" lastIdx="1" clrIdx="2"/>
  <p:cmAuthor id="404" name="未知的使用者219" initials="" lastIdx="8" clrIdx="0"/>
  <p:cmAuthor id="405" name="Unknown User28" initials="U" lastIdx="3" clrIdx="1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用户184" initials="未" lastIdx="1" clrIdx="1"/>
  <p:cmAuthor id="417" name="Unknown User23" initials="U" lastIdx="1" clrIdx="0"/>
  <p:cmAuthor id="418" name="未知的使用者75" initials="未" lastIdx="1" clrIdx="0"/>
  <p:cmAuthor id="419" name="未知用户182" initials="未" lastIdx="1" clrIdx="49"/>
  <p:cmAuthor id="420" name="未知用户204" initials="未" lastIdx="1" clrIdx="0"/>
  <p:cmAuthor id="421" name="Unknown User116" initials="U" lastIdx="0" clrIdx="1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604287035" name="袁昭成" initials="袁" lastIdx="2" clrIdx="710"/>
  <p:cmAuthor id="431" name="未知用户162" initials="未" lastIdx="1" clrIdx="1"/>
  <p:cmAuthor id="432" name="未知用户163" initials="未" lastIdx="1" clrIdx="0"/>
  <p:cmAuthor id="498628763" name="莫凡" initials="莫" lastIdx="1" clrIdx="647"/>
  <p:cmAuthor id="433" name="針對所選的門市進行小範圍實驗，捕捉驅動績效的關鍵影響因子" initials="針" lastIdx="1" clrIdx="0"/>
  <p:cmAuthor id="434" name="未知用户161" initials="未" lastIdx="1" clrIdx="0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438" name="未知的使用者185" initials="未" lastIdx="10" clrIdx="0"/>
  <p:cmAuthor id="439" name="未知用户10" initials="未" lastIdx="1" clrIdx="0"/>
  <p:cmAuthor id="261616612" name="邢开" initials="邢" lastIdx="1" clrIdx="364"/>
  <p:cmAuthor id="440" name="未知的使用者175" initials="未" lastIdx="8" clrIdx="0"/>
  <p:cmAuthor id="441" name="未知的使用者151" initials="未" lastIdx="1" clrIdx="0"/>
  <p:cmAuthor id="442" name="未知的使用者187" initials="未" lastIdx="1" clrIdx="0"/>
  <p:cmAuthor id="443" name="未知的使用者88" initials="未" lastIdx="1" clrIdx="1"/>
  <p:cmAuthor id="444" name="未知用户192" initials="未" lastIdx="1" clrIdx="0"/>
  <p:cmAuthor id="445" name="未知用户203" initials="未" lastIdx="1" clrIdx="1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徐 正国" initials="徐" lastIdx="1" clrIdx="45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未知的使用者208" initials="未" lastIdx="1" clrIdx="0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2000" name="黄通东_MbQvnUvu" initials="authorId_424725045" lastIdx="2492549" clrIdx="0"/>
  <p:cmAuthor id="486" name="未知的使用者252" initials="未" lastIdx="1" clrIdx="0"/>
  <p:cmAuthor id="2001" name="方楠 许" initials="方楠" lastIdx="1" clrIdx="5"/>
  <p:cmAuthor id="487" name="未知的使用者253" initials="未" lastIdx="1" clrIdx="0"/>
  <p:cmAuthor id="2002" name="金宇峰_BfyebuM3" initials="authorId_1008746-10054633" lastIdx="0" clrIdx="0"/>
  <p:cmAuthor id="488" name="未知的使用者192" initials="未" lastIdx="1" clrIdx="0"/>
  <p:cmAuthor id="2003" name="梁鹏" initials="u" lastIdx="1" clrIdx="35"/>
  <p:cmAuthor id="489" name="未知的使用者254" initials="未" lastIdx="1" clrIdx="0"/>
  <p:cmAuthor id="2004" name="范 斌" initials="范" lastIdx="1" clrIdx="36"/>
  <p:cmAuthor id="490" name="未知的使用者255" initials="未" lastIdx="1" clrIdx="0"/>
  <p:cmAuthor id="2005" name="毕邺" initials="党委办公室" lastIdx="2" clrIdx="37"/>
  <p:cmAuthor id="491" name="未知的使用者226" initials="未" lastIdx="8" clrIdx="0"/>
  <p:cmAuthor id="2006" name="jiaru tiger" initials="jt" lastIdx="2" clrIdx="38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512" name="未知的使用者174" initials="未" lastIdx="1" clrIdx="0"/>
  <p:cmAuthor id="256494066" name="远" initials="远" lastIdx="2" clrIdx="641"/>
  <p:cmAuthor id="513" name="宁隽" initials="NJ" lastIdx="1" clrIdx="512"/>
  <p:cmAuthor id="514" name="未知的使用者212" initials="" lastIdx="1" clrIdx="0"/>
  <p:cmAuthor id="515" name="WKL" initials="W" lastIdx="2" clrIdx="514"/>
  <p:cmAuthor id="516" name="未知的使用者214" initials="" lastIdx="1" clrIdx="1"/>
  <p:cmAuthor id="517" name="alexw" initials="a" lastIdx="1" clrIdx="516"/>
  <p:cmAuthor id="518" name="未知的使用者158" initials="未" lastIdx="1" clrIdx="0"/>
  <p:cmAuthor id="523" name="未知的使用者167" initials="未" lastIdx="0" clrIdx="1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8535702" name="曾蓓/贝贝" initials="曾" lastIdx="0" clrIdx="0"/>
  <p:cmAuthor id="528" name="未知的使用者230" initials="未" lastIdx="1" clrIdx="0"/>
  <p:cmAuthor id="381437688" name="谢学斌" initials="谢" lastIdx="0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54" initials="未" lastIdx="8" clrIdx="0"/>
  <p:cmAuthor id="613835976" name="zyy" initials="z" lastIdx="1" clrIdx="592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2" name="未知的使用者205" initials="未" lastIdx="0" clrIdx="1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210492765" name="施普希（菜菜）" initials="施" lastIdx="0" clrIdx="0"/>
  <p:cmAuthor id="210492766" name="yu 1" initials="y1" lastIdx="1" clrIdx="19"/>
  <p:cmAuthor id="589" name="未知用户295" initials="未" lastIdx="1" clrIdx="0"/>
  <p:cmAuthor id="210492767" name="李 嘉" initials="李" lastIdx="1" clrIdx="26"/>
  <p:cmAuthor id="590" name="未知用户297" initials="未" lastIdx="1" clrIdx="0"/>
  <p:cmAuthor id="210492768" name="汪 丹丹" initials="汪" lastIdx="1" clrIdx="52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59" initials="未" lastIdx="1" clrIdx="0"/>
  <p:cmAuthor id="601" name="未知用户260" initials="未" lastIdx="2" clrIdx="0"/>
  <p:cmAuthor id="602" name="未知用户261" initials="未" lastIdx="1" clrIdx="0"/>
  <p:cmAuthor id="603" name="未知用户262" initials="未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未知用户23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69" initials="未" lastIdx="2" clrIdx="0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42" initials="未" lastIdx="3" clrIdx="0"/>
  <p:cmAuthor id="625" name="未知用户235" initials="未" lastIdx="1" clrIdx="2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岳晓丽" initials="岳" lastIdx="1" clrIdx="630"/>
  <p:cmAuthor id="257963522" name="夏泽宇" initials="夏" lastIdx="1" clrIdx="684"/>
  <p:cmAuthor id="632" name="HW" initials="H" lastIdx="2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6" name="Unknown User58" initials="U" lastIdx="1" clrIdx="0"/>
  <p:cmAuthor id="637" name="Unknown User55" initials="U" lastIdx="1" clrIdx="1"/>
  <p:cmAuthor id="1046294244" name="kk" initials="k" lastIdx="1" clrIdx="873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708433798" name="jialuo" initials="j" lastIdx="0" clrIdx="0"/>
  <p:cmAuthor id="647" name="不明使用者2" initials="不" lastIdx="2" clrIdx="0"/>
  <p:cmAuthor id="708433799" name="蘇建明 fatty_BFjaamIF" initials="authorId_241790624" lastIdx="0" clrIdx="0"/>
  <p:cmAuthor id="648" name="yelinfei@zj.cmcc" initials="yelinfei@zj.cmcc" lastIdx="1" clrIdx="647"/>
  <p:cmAuthor id="708433800" name="徐梦琪|xumengq" initials="徐梦琪" lastIdx="1" clrIdx="708433799"/>
  <p:cmAuthor id="649" name="不明使用者4" initials="不" lastIdx="1" clrIdx="0"/>
  <p:cmAuthor id="708433801" name="zang" initials="z" lastIdx="1" clrIdx="708433800"/>
  <p:cmAuthor id="650" name="不明使用者6" initials="不" lastIdx="1" clrIdx="0"/>
  <p:cmAuthor id="708433802" name="王玲玲|wanglingling35" initials="王玲玲" lastIdx="1" clrIdx="708433801"/>
  <p:cmAuthor id="651" name="不明使用者5" initials="不" lastIdx="11" clrIdx="0"/>
  <p:cmAuthor id="708433803" name="文军 傅" initials="文傅" lastIdx="1" clrIdx="708433802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9" name="张翼飞" initials="zhangyifei@ha.cmcc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45" initials="未" lastIdx="10" clrIdx="0"/>
  <p:cmAuthor id="673" name="未知用户216" initials="未" lastIdx="1" clrIdx="0"/>
  <p:cmAuthor id="674" name="孟连磊" initials="孟" lastIdx="1" clrIdx="0"/>
  <p:cmAuthor id="394525608" name="仇怿俊" initials="仇" lastIdx="0" clrIdx="0"/>
  <p:cmAuthor id="675" name="未知用户387" initials="未" lastIdx="1" clrIdx="0"/>
  <p:cmAuthor id="394525609" name="Jimmy-Power" initials="J" lastIdx="1" clrIdx="43"/>
  <p:cmAuthor id="676" name="未知的使用者177" initials="未" lastIdx="8" clrIdx="0"/>
  <p:cmAuthor id="394525610" name="dengwanting" initials="d" lastIdx="1" clrIdx="50"/>
  <p:cmAuthor id="677" name="yushuping" initials="y" lastIdx="1" clrIdx="676"/>
  <p:cmAuthor id="394525611" name="mouse zz" initials="mz" lastIdx="1" clrIdx="54"/>
  <p:cmAuthor id="678" name="未知的使用者221" initials="未" lastIdx="1" clrIdx="0"/>
  <p:cmAuthor id="394525612" name="goulei" initials="g" lastIdx="2" clrIdx="4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cai yan" initials="cy" lastIdx="1" clrIdx="511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1" name="未知用户407" initials="未" lastIdx="1" clrIdx="0"/>
  <p:cmAuthor id="47245819" name="群智集" initials="群" lastIdx="0" clrIdx="0"/>
  <p:cmAuthor id="692" name="未知用户398" initials="未" lastIdx="1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400" initials="未" lastIdx="2" clrIdx="0"/>
  <p:cmAuthor id="47245822" name="晓琳 李" initials="晓琳" lastIdx="1" clrIdx="40"/>
  <p:cmAuthor id="47245823" name="刘海娜|liuhaina" initials="W用" lastIdx="1" clrIdx="36"/>
  <p:cmAuthor id="696" name="yesg" initials="y" lastIdx="1" clrIdx="0"/>
  <p:cmAuthor id="47245824" name="goforever814" initials="g" lastIdx="1" clrIdx="34"/>
  <p:cmAuthor id="697" name="未知用户421" initials="未" lastIdx="1" clrIdx="0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266010503" name="yan" initials="y" lastIdx="1" clrIdx="310"/>
  <p:cmAuthor id="703" name="未知的使用者96" initials="未" lastIdx="2" clrIdx="0"/>
  <p:cmAuthor id="704" name="未知的使用者97" initials="未" lastIdx="8" clrIdx="0"/>
  <p:cmAuthor id="705" name="未知用户301" initials="未" lastIdx="1" clrIdx="0"/>
  <p:cmAuthor id="706" name="未知用户306" initials="未" lastIdx="8" clrIdx="0"/>
  <p:cmAuthor id="707" name="未知用户308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479997760" name="Daigy" initials="D" lastIdx="1" clrIdx="622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49837067" name="刘浩" initials="刘" lastIdx="180431" clrIdx="0"/>
  <p:cmAuthor id="729" name="未知用户460" initials="未" lastIdx="1" clrIdx="0"/>
  <p:cmAuthor id="49837068" name="Vivian Liu" initials="VL" lastIdx="1" clrIdx="1"/>
  <p:cmAuthor id="730" name="未知用户366" initials="未" lastIdx="3" clrIdx="1"/>
  <p:cmAuthor id="49837069" name="Linjing" initials="L" lastIdx="2" clrIdx="95"/>
  <p:cmAuthor id="731" name="未知用户461" initials="未" lastIdx="10" clrIdx="0"/>
  <p:cmAuthor id="49837070" name="樊 现静" initials="樊" lastIdx="1" clrIdx="144"/>
  <p:cmAuthor id="732" name="未知用户367" initials="未" lastIdx="10" clrIdx="0"/>
  <p:cmAuthor id="49837071" name="孙 澍" initials="孙" lastIdx="1" clrIdx="207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align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align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alignNode1">
    <dgm:fillClrLst meth="repeat">
      <a:srgbClr val="5B9BD5"/>
    </dgm:fillClrLst>
    <dgm:linClrLst meth="repeat">
      <a:srgbClr val="5B9BD5"/>
    </dgm:linClrLst>
    <dgm:effectClrLst/>
    <dgm:txLinClrLst/>
    <dgm:txFillClrLst/>
    <dgm:txEffectClrLst/>
  </dgm:styleLbl>
  <dgm:styleLbl name="asst0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2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3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4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b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bg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bg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bgShp">
    <dgm:fillClrLst meth="repeat">
      <a:srgbClr val="5B9BD5">
        <a:tint val="40000"/>
      </a:srgb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bg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callout">
    <dgm:fillClrLst meth="repeat">
      <a:srgbClr val="5B9BD5"/>
    </dgm:fillClrLst>
    <dgm:linClrLst meth="repeat">
      <a:srgbClr val="5B9BD5">
        <a:tint val="50000"/>
      </a:srgbClr>
    </dgm:linClrLst>
    <dgm:effectClrLst/>
    <dgm:txLinClrLst/>
    <dgm:txFillClrLst meth="repeat">
      <a:sysClr val="windowText" lastClr="000000"/>
    </dgm:txFillClrLst>
    <dgm:txEffectClrLst/>
  </dgm:styleLbl>
  <dgm:styleLbl name="conF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dkBgShp">
    <dgm:fillClrLst meth="repeat">
      <a:srgbClr val="5B9BD5">
        <a:shade val="80000"/>
      </a:srgbClr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fgAcc0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2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3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4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fg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fgShp">
    <dgm:fillClrLst meth="repeat">
      <a:srgbClr val="5B9BD5">
        <a:tint val="60000"/>
      </a:srgbClr>
    </dgm:fillClrLst>
    <dgm:linClrLst meth="repeat">
      <a:sysClr val="window" lastClr="FFFFFF"/>
    </dgm:linClrLst>
    <dgm:effectClrLst/>
    <dgm:txLinClrLst/>
    <dgm:txFillClrLst meth="repeat">
      <a:sysClr val="windowText" lastClr="000000"/>
    </dgm:txFillClrLst>
    <dgm:txEffectClrLst/>
  </dgm:styleLbl>
  <dgm:styleLbl name="fg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lnNode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0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2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3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4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parChTrans1D1">
    <dgm:fillClrLst meth="repeat">
      <a:srgbClr val="5B9BD5"/>
    </dgm:fillClrLst>
    <dgm:linClrLst meth="repeat">
      <a:srgbClr val="5B9BD5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2">
    <dgm:fillClrLst meth="repeat">
      <a:srgbClr val="5B9BD5"/>
    </dgm:fillClrLst>
    <dgm:linClrLst meth="repeat">
      <a:srgbClr val="5B9BD5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3">
    <dgm:fillClrLst meth="repeat">
      <a:srgbClr val="5B9BD5"/>
    </dgm:fillClrLst>
    <dgm:linClrLst meth="repeat">
      <a:srgbClr val="5B9BD5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4">
    <dgm:fillClrLst meth="repeat">
      <a:srgbClr val="5B9BD5"/>
    </dgm:fillClrLst>
    <dgm:linClrLst meth="repeat">
      <a:srgbClr val="5B9BD5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 meth="repeat">
      <a:sysClr val="window" lastClr="FFFFFF"/>
    </dgm:txFillClrLst>
    <dgm:txEffectClrLst/>
  </dgm:styleLbl>
  <dgm:styleLbl name="parChTrans2D2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parChTrans2D3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parChTrans2D4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revTx">
    <dgm:fillClrLst meth="repeat">
      <a:sysClr val="window" lastClr="FFFFFF">
        <a:alpha val="0"/>
      </a:sysClr>
    </dgm:fillClrLst>
    <dgm:linClrLst meth="repeat">
      <a:sysClr val="windowText" lastClr="000000">
        <a:alpha val="0"/>
      </a:sysClr>
    </dgm:linClrLst>
    <dgm:effectClrLst/>
    <dgm:txLinClrLst/>
    <dgm:txFillClrLst meth="repeat">
      <a:sysClr val="windowText" lastClr="000000"/>
    </dgm:txFillClrLst>
    <dgm:txEffectClrLst/>
  </dgm:styleLbl>
  <dgm:styleLbl name="sibTrans1D1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solidAlign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olidBg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olidFg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trAlignAcc1">
    <dgm:fillClrLst meth="repeat">
      <a:sysClr val="window" lastClr="FFFFFF">
        <a:alpha val="4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trBgShp">
    <dgm:fillClrLst meth="repeat">
      <a:srgbClr val="5B9BD5">
        <a:tint val="50000"/>
        <a:alpha val="40000"/>
      </a:srgbClr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vennNode1">
    <dgm:fillClrLst meth="repeat">
      <a:srgbClr val="5B9BD5">
        <a:alpha val="50000"/>
      </a:srgbClr>
    </dgm:fillClrLst>
    <dgm:linClrLst meth="repeat">
      <a:sysClr val="window" lastClr="FFFFFF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BA7CD8-9292-48F5-B3F6-BC9DE89E0F4D}" type="doc">
      <dgm:prSet loTypeId="urn:microsoft.com/office/officeart/2005/8/layout/orgChart1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D5214A91-4934-4649-B935-BC0FC17E74CF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县市分公司</a:t>
          </a:r>
        </a:p>
      </dgm:t>
    </dgm:pt>
    <dgm:pt modelId="{C61AD519-3914-43B1-92E5-AFC6B3B8AA75}" type="parTrans" cxnId="{230C7E16-FD01-4C25-9BE2-F0096D4DF0FB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3DAB708-4FA2-4476-8EAF-AD9582AB38D7}" type="sibTrans" cxnId="{230C7E16-FD01-4C25-9BE2-F0096D4DF0FB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0B21B9-7AB7-4DF8-9D25-60BD35FD2124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rPr>
            <a:t>综合部</a:t>
          </a:r>
        </a:p>
      </dgm:t>
    </dgm:pt>
    <dgm:pt modelId="{F0148539-5E83-4605-9843-B0D4BD21CB04}" type="parTrans" cxnId="{5340D8DD-0711-4342-9BEF-75191DFA6F96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3DECA7D-8DAE-438E-905F-ABF1CC1CAB0D}" type="sibTrans" cxnId="{5340D8DD-0711-4342-9BEF-75191DFA6F96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251550-F724-47A1-A39B-84E868580CB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700" b="1">
              <a:latin typeface="微软雅黑" panose="020B0503020204020204" pitchFamily="34" charset="-122"/>
              <a:ea typeface="微软雅黑" panose="020B0503020204020204" pitchFamily="34" charset="-122"/>
            </a:rPr>
            <a:t>市场经营部</a:t>
          </a:r>
        </a:p>
      </dgm:t>
    </dgm:pt>
    <dgm:pt modelId="{3B38A439-1159-47C1-958A-F334C297E09A}" type="parTrans" cxnId="{04E840B9-D361-4298-ACF4-C1E2EEE3034E}">
      <dgm:prSet/>
      <dgm:spPr/>
    </dgm:pt>
    <dgm:pt modelId="{54160052-20E2-4FA0-A3FA-E61CB945A0FE}" type="sibTrans" cxnId="{04E840B9-D361-4298-ACF4-C1E2EEE3034E}">
      <dgm:prSet/>
      <dgm:spPr/>
    </dgm:pt>
    <dgm:pt modelId="{C6F9DEEA-3119-44E9-A521-20BC5E6B56D3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rPr>
            <a:t>政企客户部</a:t>
          </a:r>
        </a:p>
      </dgm:t>
    </dgm:pt>
    <dgm:pt modelId="{27C7D069-9D31-45CD-A40D-67DDE31E0064}" type="parTrans" cxnId="{362ACC52-B4EB-4088-B78B-C5F522007474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8A1F186-A9A8-4272-BFB1-4C0D4EB3F267}" type="sibTrans" cxnId="{362ACC52-B4EB-4088-B78B-C5F522007474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82649B-C1A9-4A50-A0B8-3A9B622AB3B0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网络部</a:t>
          </a:r>
        </a:p>
      </dgm:t>
    </dgm:pt>
    <dgm:pt modelId="{7FC34362-57A1-4423-A5B3-21F7E07C6DD7}" type="parTrans" cxnId="{9B52C87C-6A70-4E81-8D0C-AE1AF9057FA7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007CBFB-D937-437B-8623-3D8E0804A9B7}" type="sibTrans" cxnId="{9B52C87C-6A70-4E81-8D0C-AE1AF9057FA7}">
      <dgm:prSet/>
      <dgm:spPr/>
      <dgm:t>
        <a:bodyPr/>
        <a:lstStyle/>
        <a:p>
          <a:endParaRPr lang="zh-CN" altLang="en-US" sz="1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50E7CD-E2E3-43B3-B43D-DA0B12A5AF85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700" b="1">
              <a:latin typeface="微软雅黑" panose="020B0503020204020204" pitchFamily="34" charset="-122"/>
              <a:ea typeface="微软雅黑" panose="020B0503020204020204" pitchFamily="34" charset="-122"/>
            </a:rPr>
            <a:t>网格</a:t>
          </a:r>
        </a:p>
      </dgm:t>
    </dgm:pt>
    <dgm:pt modelId="{59DC49A4-D15F-4C93-A51C-A0A29567069E}" type="parTrans" cxnId="{3C704F7D-3500-4F1A-8C6B-9699277F4C68}">
      <dgm:prSet/>
      <dgm:spPr/>
    </dgm:pt>
    <dgm:pt modelId="{93A5A182-A2D0-4666-ACAC-7DBD9CC764EF}" type="sibTrans" cxnId="{3C704F7D-3500-4F1A-8C6B-9699277F4C68}">
      <dgm:prSet/>
      <dgm:spPr/>
    </dgm:pt>
    <dgm:pt modelId="{66B22206-2A3F-430B-A699-38BD8078BB04}" type="pres">
      <dgm:prSet presAssocID="{B7BA7CD8-9292-48F5-B3F6-BC9DE89E0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653A571-C426-4E0E-AE33-D4B5DD8FD67C}" type="pres">
      <dgm:prSet presAssocID="{D5214A91-4934-4649-B935-BC0FC17E74CF}" presName="hierRoot1" presStyleCnt="0">
        <dgm:presLayoutVars>
          <dgm:hierBranch val="init"/>
        </dgm:presLayoutVars>
      </dgm:prSet>
      <dgm:spPr/>
    </dgm:pt>
    <dgm:pt modelId="{A35D6104-7710-4D1D-9C6B-2F8FFD88716D}" type="pres">
      <dgm:prSet presAssocID="{D5214A91-4934-4649-B935-BC0FC17E74CF}" presName="rootComposite1" presStyleCnt="0"/>
      <dgm:spPr/>
    </dgm:pt>
    <dgm:pt modelId="{663315E2-0AAB-4BF0-8E56-77909E84CF5C}" type="pres">
      <dgm:prSet presAssocID="{D5214A91-4934-4649-B935-BC0FC17E74CF}" presName="rootText1" presStyleLbl="node0" presStyleIdx="0" presStyleCnt="1" custScaleX="174418">
        <dgm:presLayoutVars>
          <dgm:chPref val="3"/>
        </dgm:presLayoutVars>
      </dgm:prSet>
      <dgm:spPr/>
    </dgm:pt>
    <dgm:pt modelId="{09CC9819-7EDC-4BA9-9D04-58032AFCDCF7}" type="pres">
      <dgm:prSet presAssocID="{D5214A91-4934-4649-B935-BC0FC17E74CF}" presName="rootConnector1" presStyleLbl="node1" presStyleIdx="0" presStyleCnt="0"/>
      <dgm:spPr/>
    </dgm:pt>
    <dgm:pt modelId="{F268471B-B95E-46E0-AAB5-6BC4344957CB}" type="pres">
      <dgm:prSet presAssocID="{D5214A91-4934-4649-B935-BC0FC17E74CF}" presName="hierChild2" presStyleCnt="0"/>
      <dgm:spPr/>
    </dgm:pt>
    <dgm:pt modelId="{65A7A9DE-BCC5-417A-AAD2-90D3B2374869}" type="pres">
      <dgm:prSet presAssocID="{F0148539-5E83-4605-9843-B0D4BD21CB04}" presName="Name37" presStyleLbl="parChTrans1D2" presStyleIdx="0" presStyleCnt="5"/>
      <dgm:spPr/>
    </dgm:pt>
    <dgm:pt modelId="{D22A868D-2322-4BB3-9D18-13D25378DDD7}" type="pres">
      <dgm:prSet presAssocID="{1E0B21B9-7AB7-4DF8-9D25-60BD35FD2124}" presName="hierRoot2" presStyleCnt="0">
        <dgm:presLayoutVars>
          <dgm:hierBranch val="init"/>
        </dgm:presLayoutVars>
      </dgm:prSet>
      <dgm:spPr/>
    </dgm:pt>
    <dgm:pt modelId="{7375FFB4-AFAE-4CEE-8A7D-069D3F1605C8}" type="pres">
      <dgm:prSet presAssocID="{1E0B21B9-7AB7-4DF8-9D25-60BD35FD2124}" presName="rootComposite" presStyleCnt="0"/>
      <dgm:spPr/>
    </dgm:pt>
    <dgm:pt modelId="{3D33826C-0707-47C3-B4D6-1BA62C6169E8}" type="pres">
      <dgm:prSet presAssocID="{1E0B21B9-7AB7-4DF8-9D25-60BD35FD2124}" presName="rootText" presStyleLbl="node2" presStyleIdx="0" presStyleCnt="5">
        <dgm:presLayoutVars>
          <dgm:chPref val="3"/>
        </dgm:presLayoutVars>
      </dgm:prSet>
      <dgm:spPr/>
    </dgm:pt>
    <dgm:pt modelId="{627F000E-1DF8-4C8B-A49A-4F105C51DC29}" type="pres">
      <dgm:prSet presAssocID="{1E0B21B9-7AB7-4DF8-9D25-60BD35FD2124}" presName="rootConnector" presStyleLbl="node2" presStyleIdx="0" presStyleCnt="5"/>
      <dgm:spPr/>
    </dgm:pt>
    <dgm:pt modelId="{5CCCB8B4-86FF-4B75-9F93-8494A2D60513}" type="pres">
      <dgm:prSet presAssocID="{1E0B21B9-7AB7-4DF8-9D25-60BD35FD2124}" presName="hierChild4" presStyleCnt="0"/>
      <dgm:spPr/>
    </dgm:pt>
    <dgm:pt modelId="{832B836C-F0FE-4D9D-BC46-C89FEE39EEDF}" type="pres">
      <dgm:prSet presAssocID="{1E0B21B9-7AB7-4DF8-9D25-60BD35FD2124}" presName="hierChild5" presStyleCnt="0"/>
      <dgm:spPr/>
    </dgm:pt>
    <dgm:pt modelId="{78697447-5D5E-4D2B-9C7C-AA19AB3086AE}" type="pres">
      <dgm:prSet presAssocID="{3B38A439-1159-47C1-958A-F334C297E09A}" presName="Name37" presStyleLbl="parChTrans1D2" presStyleIdx="1" presStyleCnt="5"/>
      <dgm:spPr/>
    </dgm:pt>
    <dgm:pt modelId="{B55E8E64-3949-4800-BB26-6F476FE66E26}" type="pres">
      <dgm:prSet presAssocID="{3D251550-F724-47A1-A39B-84E868580CBF}" presName="hierRoot2" presStyleCnt="0">
        <dgm:presLayoutVars>
          <dgm:hierBranch val="init"/>
        </dgm:presLayoutVars>
      </dgm:prSet>
      <dgm:spPr/>
    </dgm:pt>
    <dgm:pt modelId="{5BD0AD9E-9E68-449B-B97F-DBA98FBAB2D1}" type="pres">
      <dgm:prSet presAssocID="{3D251550-F724-47A1-A39B-84E868580CBF}" presName="rootComposite" presStyleCnt="0"/>
      <dgm:spPr/>
    </dgm:pt>
    <dgm:pt modelId="{D72E1F77-82BA-4F1F-89DD-2B1AC1894953}" type="pres">
      <dgm:prSet presAssocID="{3D251550-F724-47A1-A39B-84E868580CBF}" presName="rootText" presStyleLbl="node2" presStyleIdx="1" presStyleCnt="5">
        <dgm:presLayoutVars>
          <dgm:chPref val="3"/>
        </dgm:presLayoutVars>
      </dgm:prSet>
      <dgm:spPr/>
    </dgm:pt>
    <dgm:pt modelId="{90CB7A5A-2AC1-4BA3-A72D-3AB3CF91867B}" type="pres">
      <dgm:prSet presAssocID="{3D251550-F724-47A1-A39B-84E868580CBF}" presName="rootConnector" presStyleLbl="node2" presStyleIdx="1" presStyleCnt="5"/>
      <dgm:spPr/>
    </dgm:pt>
    <dgm:pt modelId="{15BB254A-5E34-4804-B650-ABCCA33B823E}" type="pres">
      <dgm:prSet presAssocID="{3D251550-F724-47A1-A39B-84E868580CBF}" presName="hierChild4" presStyleCnt="0"/>
      <dgm:spPr/>
    </dgm:pt>
    <dgm:pt modelId="{4939671B-8013-4731-9C44-0A5BAF8FFEAD}" type="pres">
      <dgm:prSet presAssocID="{3D251550-F724-47A1-A39B-84E868580CBF}" presName="hierChild5" presStyleCnt="0"/>
      <dgm:spPr/>
    </dgm:pt>
    <dgm:pt modelId="{FBBE8090-DAB5-4928-B162-CE87D3048E3F}" type="pres">
      <dgm:prSet presAssocID="{27C7D069-9D31-45CD-A40D-67DDE31E0064}" presName="Name37" presStyleLbl="parChTrans1D2" presStyleIdx="2" presStyleCnt="5"/>
      <dgm:spPr/>
    </dgm:pt>
    <dgm:pt modelId="{BFED756E-62E8-41CE-9B28-34796CCB03F6}" type="pres">
      <dgm:prSet presAssocID="{C6F9DEEA-3119-44E9-A521-20BC5E6B56D3}" presName="hierRoot2" presStyleCnt="0">
        <dgm:presLayoutVars>
          <dgm:hierBranch val="init"/>
        </dgm:presLayoutVars>
      </dgm:prSet>
      <dgm:spPr/>
    </dgm:pt>
    <dgm:pt modelId="{1C881145-C4F3-4012-9E40-392A04C4F5BA}" type="pres">
      <dgm:prSet presAssocID="{C6F9DEEA-3119-44E9-A521-20BC5E6B56D3}" presName="rootComposite" presStyleCnt="0"/>
      <dgm:spPr/>
    </dgm:pt>
    <dgm:pt modelId="{D5D9119B-FAE2-416E-988F-E834D0B924ED}" type="pres">
      <dgm:prSet presAssocID="{C6F9DEEA-3119-44E9-A521-20BC5E6B56D3}" presName="rootText" presStyleLbl="node2" presStyleIdx="2" presStyleCnt="5">
        <dgm:presLayoutVars>
          <dgm:chPref val="3"/>
        </dgm:presLayoutVars>
      </dgm:prSet>
      <dgm:spPr/>
    </dgm:pt>
    <dgm:pt modelId="{E471A311-82C0-48F6-94E3-D5DEB005C3BC}" type="pres">
      <dgm:prSet presAssocID="{C6F9DEEA-3119-44E9-A521-20BC5E6B56D3}" presName="rootConnector" presStyleLbl="node2" presStyleIdx="2" presStyleCnt="5"/>
      <dgm:spPr/>
    </dgm:pt>
    <dgm:pt modelId="{AA31620F-FFC5-429E-B9F2-6809B4A0BEC3}" type="pres">
      <dgm:prSet presAssocID="{C6F9DEEA-3119-44E9-A521-20BC5E6B56D3}" presName="hierChild4" presStyleCnt="0"/>
      <dgm:spPr/>
    </dgm:pt>
    <dgm:pt modelId="{5A4FEE62-1193-4351-A43E-1F52CAD815C4}" type="pres">
      <dgm:prSet presAssocID="{C6F9DEEA-3119-44E9-A521-20BC5E6B56D3}" presName="hierChild5" presStyleCnt="0"/>
      <dgm:spPr/>
    </dgm:pt>
    <dgm:pt modelId="{6EC23B43-3AE5-4E86-BEDD-1A8F495894B9}" type="pres">
      <dgm:prSet presAssocID="{7FC34362-57A1-4423-A5B3-21F7E07C6DD7}" presName="Name37" presStyleLbl="parChTrans1D2" presStyleIdx="3" presStyleCnt="5"/>
      <dgm:spPr/>
    </dgm:pt>
    <dgm:pt modelId="{E221AEDF-BD3E-4ADC-942B-028624774873}" type="pres">
      <dgm:prSet presAssocID="{AA82649B-C1A9-4A50-A0B8-3A9B622AB3B0}" presName="hierRoot2" presStyleCnt="0">
        <dgm:presLayoutVars>
          <dgm:hierBranch val="init"/>
        </dgm:presLayoutVars>
      </dgm:prSet>
      <dgm:spPr/>
    </dgm:pt>
    <dgm:pt modelId="{48E01BE4-48C3-453B-9081-0879DBF2F1C0}" type="pres">
      <dgm:prSet presAssocID="{AA82649B-C1A9-4A50-A0B8-3A9B622AB3B0}" presName="rootComposite" presStyleCnt="0"/>
      <dgm:spPr/>
    </dgm:pt>
    <dgm:pt modelId="{66D96FC5-D2D8-43BB-9676-4293643509BC}" type="pres">
      <dgm:prSet presAssocID="{AA82649B-C1A9-4A50-A0B8-3A9B622AB3B0}" presName="rootText" presStyleLbl="node2" presStyleIdx="3" presStyleCnt="5">
        <dgm:presLayoutVars>
          <dgm:chPref val="3"/>
        </dgm:presLayoutVars>
      </dgm:prSet>
      <dgm:spPr/>
    </dgm:pt>
    <dgm:pt modelId="{B1CCE85B-13AD-4D0E-98B7-2EC1CEFD6886}" type="pres">
      <dgm:prSet presAssocID="{AA82649B-C1A9-4A50-A0B8-3A9B622AB3B0}" presName="rootConnector" presStyleLbl="node2" presStyleIdx="3" presStyleCnt="5"/>
      <dgm:spPr/>
    </dgm:pt>
    <dgm:pt modelId="{245F8F76-F4E6-4E5A-87B6-3FCC3AB438B2}" type="pres">
      <dgm:prSet presAssocID="{AA82649B-C1A9-4A50-A0B8-3A9B622AB3B0}" presName="hierChild4" presStyleCnt="0"/>
      <dgm:spPr/>
    </dgm:pt>
    <dgm:pt modelId="{F15788DE-4363-4CD1-9163-481E9D75A431}" type="pres">
      <dgm:prSet presAssocID="{AA82649B-C1A9-4A50-A0B8-3A9B622AB3B0}" presName="hierChild5" presStyleCnt="0"/>
      <dgm:spPr/>
    </dgm:pt>
    <dgm:pt modelId="{C6DC1339-D045-4B26-9F01-EDE40C43D018}" type="pres">
      <dgm:prSet presAssocID="{59DC49A4-D15F-4C93-A51C-A0A29567069E}" presName="Name37" presStyleLbl="parChTrans1D2" presStyleIdx="4" presStyleCnt="5"/>
      <dgm:spPr/>
    </dgm:pt>
    <dgm:pt modelId="{DDC1FFD1-0611-467C-8BE0-675CC5461D20}" type="pres">
      <dgm:prSet presAssocID="{0B50E7CD-E2E3-43B3-B43D-DA0B12A5AF85}" presName="hierRoot2" presStyleCnt="0">
        <dgm:presLayoutVars>
          <dgm:hierBranch val="init"/>
        </dgm:presLayoutVars>
      </dgm:prSet>
      <dgm:spPr/>
    </dgm:pt>
    <dgm:pt modelId="{F4F8E47D-E8C9-4402-8A19-023255ABA320}" type="pres">
      <dgm:prSet presAssocID="{0B50E7CD-E2E3-43B3-B43D-DA0B12A5AF85}" presName="rootComposite" presStyleCnt="0"/>
      <dgm:spPr/>
    </dgm:pt>
    <dgm:pt modelId="{6EB8B9C6-0DF6-4A48-A20C-2209A28817C4}" type="pres">
      <dgm:prSet presAssocID="{0B50E7CD-E2E3-43B3-B43D-DA0B12A5AF85}" presName="rootText" presStyleLbl="node2" presStyleIdx="4" presStyleCnt="5">
        <dgm:presLayoutVars>
          <dgm:chPref val="3"/>
        </dgm:presLayoutVars>
      </dgm:prSet>
      <dgm:spPr/>
    </dgm:pt>
    <dgm:pt modelId="{C4F03FCC-6843-48CD-8CF2-C426C3ED5053}" type="pres">
      <dgm:prSet presAssocID="{0B50E7CD-E2E3-43B3-B43D-DA0B12A5AF85}" presName="rootConnector" presStyleLbl="node2" presStyleIdx="4" presStyleCnt="5"/>
      <dgm:spPr/>
    </dgm:pt>
    <dgm:pt modelId="{08C36318-138B-4BDD-AEA5-91F880B33067}" type="pres">
      <dgm:prSet presAssocID="{0B50E7CD-E2E3-43B3-B43D-DA0B12A5AF85}" presName="hierChild4" presStyleCnt="0"/>
      <dgm:spPr/>
    </dgm:pt>
    <dgm:pt modelId="{B62C2CC4-A85A-47ED-9CCC-5984ECA42DF3}" type="pres">
      <dgm:prSet presAssocID="{0B50E7CD-E2E3-43B3-B43D-DA0B12A5AF85}" presName="hierChild5" presStyleCnt="0"/>
      <dgm:spPr/>
    </dgm:pt>
    <dgm:pt modelId="{A6402771-0344-4903-9B83-5199CEB05561}" type="pres">
      <dgm:prSet presAssocID="{D5214A91-4934-4649-B935-BC0FC17E74CF}" presName="hierChild3" presStyleCnt="0"/>
      <dgm:spPr/>
    </dgm:pt>
  </dgm:ptLst>
  <dgm:cxnLst>
    <dgm:cxn modelId="{E87D9002-27A6-489E-A28A-7C387EB8CCFD}" type="presOf" srcId="{0B50E7CD-E2E3-43B3-B43D-DA0B12A5AF85}" destId="{C4F03FCC-6843-48CD-8CF2-C426C3ED5053}" srcOrd="2" destOrd="0" presId="urn:microsoft.com/office/officeart/2005/8/layout/orgChart1#1"/>
    <dgm:cxn modelId="{230C7E16-FD01-4C25-9BE2-F0096D4DF0FB}" srcId="{B7BA7CD8-9292-48F5-B3F6-BC9DE89E0F4D}" destId="{D5214A91-4934-4649-B935-BC0FC17E74CF}" srcOrd="0" destOrd="0" parTransId="{C61AD519-3914-43B1-92E5-AFC6B3B8AA75}" sibTransId="{63DAB708-4FA2-4476-8EAF-AD9582AB38D7}"/>
    <dgm:cxn modelId="{E42CC316-E2AD-472F-AE2D-A62A0AD4561A}" type="presOf" srcId="{3B38A439-1159-47C1-958A-F334C297E09A}" destId="{78697447-5D5E-4D2B-9C7C-AA19AB3086AE}" srcOrd="0" destOrd="0" presId="urn:microsoft.com/office/officeart/2005/8/layout/orgChart1#1"/>
    <dgm:cxn modelId="{5824A819-75B4-4832-9C1C-4BF99173E5A3}" type="presOf" srcId="{59DC49A4-D15F-4C93-A51C-A0A29567069E}" destId="{C6DC1339-D045-4B26-9F01-EDE40C43D018}" srcOrd="0" destOrd="0" presId="urn:microsoft.com/office/officeart/2005/8/layout/orgChart1#1"/>
    <dgm:cxn modelId="{D5F3BC41-4228-4F11-821C-CDCEC43D3F75}" type="presOf" srcId="{C6F9DEEA-3119-44E9-A521-20BC5E6B56D3}" destId="{E471A311-82C0-48F6-94E3-D5DEB005C3BC}" srcOrd="2" destOrd="0" presId="urn:microsoft.com/office/officeart/2005/8/layout/orgChart1#1"/>
    <dgm:cxn modelId="{74DD6367-DE0B-4DC7-8DFF-42E98E90F0A2}" type="presOf" srcId="{0B50E7CD-E2E3-43B3-B43D-DA0B12A5AF85}" destId="{6EB8B9C6-0DF6-4A48-A20C-2209A28817C4}" srcOrd="1" destOrd="0" presId="urn:microsoft.com/office/officeart/2005/8/layout/orgChart1#1"/>
    <dgm:cxn modelId="{25762C6A-B603-411E-A33C-C7F1A62CA236}" type="presOf" srcId="{1E0B21B9-7AB7-4DF8-9D25-60BD35FD2124}" destId="{7375FFB4-AFAE-4CEE-8A7D-069D3F1605C8}" srcOrd="0" destOrd="0" presId="urn:microsoft.com/office/officeart/2005/8/layout/orgChart1#1"/>
    <dgm:cxn modelId="{7145BC4B-A614-4096-AA7A-1E001A0159D5}" type="presOf" srcId="{0B50E7CD-E2E3-43B3-B43D-DA0B12A5AF85}" destId="{F4F8E47D-E8C9-4402-8A19-023255ABA320}" srcOrd="0" destOrd="0" presId="urn:microsoft.com/office/officeart/2005/8/layout/orgChart1#1"/>
    <dgm:cxn modelId="{91A37F51-02DA-4037-9908-A8253AAEEE94}" type="presOf" srcId="{1E0B21B9-7AB7-4DF8-9D25-60BD35FD2124}" destId="{627F000E-1DF8-4C8B-A49A-4F105C51DC29}" srcOrd="2" destOrd="0" presId="urn:microsoft.com/office/officeart/2005/8/layout/orgChart1#1"/>
    <dgm:cxn modelId="{9D9A0E72-80EA-49C6-82EF-282E0F50AD3A}" type="presOf" srcId="{D5214A91-4934-4649-B935-BC0FC17E74CF}" destId="{09CC9819-7EDC-4BA9-9D04-58032AFCDCF7}" srcOrd="2" destOrd="0" presId="urn:microsoft.com/office/officeart/2005/8/layout/orgChart1#1"/>
    <dgm:cxn modelId="{362ACC52-B4EB-4088-B78B-C5F522007474}" srcId="{D5214A91-4934-4649-B935-BC0FC17E74CF}" destId="{C6F9DEEA-3119-44E9-A521-20BC5E6B56D3}" srcOrd="2" destOrd="0" parTransId="{27C7D069-9D31-45CD-A40D-67DDE31E0064}" sibTransId="{08A1F186-A9A8-4272-BFB1-4C0D4EB3F267}"/>
    <dgm:cxn modelId="{B1353358-73AD-4A3E-BD48-623AF848DBA1}" type="presOf" srcId="{D5214A91-4934-4649-B935-BC0FC17E74CF}" destId="{A35D6104-7710-4D1D-9C6B-2F8FFD88716D}" srcOrd="0" destOrd="0" presId="urn:microsoft.com/office/officeart/2005/8/layout/orgChart1#1"/>
    <dgm:cxn modelId="{897D4A58-60C0-4248-B50D-9A36CC4050D0}" type="presOf" srcId="{C6F9DEEA-3119-44E9-A521-20BC5E6B56D3}" destId="{1C881145-C4F3-4012-9E40-392A04C4F5BA}" srcOrd="0" destOrd="0" presId="urn:microsoft.com/office/officeart/2005/8/layout/orgChart1#1"/>
    <dgm:cxn modelId="{27927058-B9C4-4D86-A560-80482FCC2BEC}" type="presOf" srcId="{27C7D069-9D31-45CD-A40D-67DDE31E0064}" destId="{FBBE8090-DAB5-4928-B162-CE87D3048E3F}" srcOrd="0" destOrd="0" presId="urn:microsoft.com/office/officeart/2005/8/layout/orgChart1#1"/>
    <dgm:cxn modelId="{7462405A-D212-4AB7-B401-CFBBA8E4EAD6}" type="presOf" srcId="{AA82649B-C1A9-4A50-A0B8-3A9B622AB3B0}" destId="{66D96FC5-D2D8-43BB-9676-4293643509BC}" srcOrd="1" destOrd="0" presId="urn:microsoft.com/office/officeart/2005/8/layout/orgChart1#1"/>
    <dgm:cxn modelId="{4D4C665A-302E-4056-8C8A-23C974642B03}" type="presOf" srcId="{AA82649B-C1A9-4A50-A0B8-3A9B622AB3B0}" destId="{B1CCE85B-13AD-4D0E-98B7-2EC1CEFD6886}" srcOrd="2" destOrd="0" presId="urn:microsoft.com/office/officeart/2005/8/layout/orgChart1#1"/>
    <dgm:cxn modelId="{9B52C87C-6A70-4E81-8D0C-AE1AF9057FA7}" srcId="{D5214A91-4934-4649-B935-BC0FC17E74CF}" destId="{AA82649B-C1A9-4A50-A0B8-3A9B622AB3B0}" srcOrd="3" destOrd="0" parTransId="{7FC34362-57A1-4423-A5B3-21F7E07C6DD7}" sibTransId="{3007CBFB-D937-437B-8623-3D8E0804A9B7}"/>
    <dgm:cxn modelId="{3C704F7D-3500-4F1A-8C6B-9699277F4C68}" srcId="{D5214A91-4934-4649-B935-BC0FC17E74CF}" destId="{0B50E7CD-E2E3-43B3-B43D-DA0B12A5AF85}" srcOrd="4" destOrd="0" parTransId="{59DC49A4-D15F-4C93-A51C-A0A29567069E}" sibTransId="{93A5A182-A2D0-4666-ACAC-7DBD9CC764EF}"/>
    <dgm:cxn modelId="{1C193A7E-AFF8-425F-AAAF-7CC1553D624A}" type="presOf" srcId="{C6F9DEEA-3119-44E9-A521-20BC5E6B56D3}" destId="{D5D9119B-FAE2-416E-988F-E834D0B924ED}" srcOrd="1" destOrd="0" presId="urn:microsoft.com/office/officeart/2005/8/layout/orgChart1#1"/>
    <dgm:cxn modelId="{F619FD93-3D2A-4F5A-875B-E950E06CD8D6}" type="presOf" srcId="{3D251550-F724-47A1-A39B-84E868580CBF}" destId="{5BD0AD9E-9E68-449B-B97F-DBA98FBAB2D1}" srcOrd="0" destOrd="0" presId="urn:microsoft.com/office/officeart/2005/8/layout/orgChart1#1"/>
    <dgm:cxn modelId="{1DCB9E95-A649-4FC3-B76F-00D3F11EAF03}" type="presOf" srcId="{3D251550-F724-47A1-A39B-84E868580CBF}" destId="{D72E1F77-82BA-4F1F-89DD-2B1AC1894953}" srcOrd="1" destOrd="0" presId="urn:microsoft.com/office/officeart/2005/8/layout/orgChart1#1"/>
    <dgm:cxn modelId="{637739A0-84E5-4C83-8E12-EFAE36B1525A}" type="presOf" srcId="{AA82649B-C1A9-4A50-A0B8-3A9B622AB3B0}" destId="{48E01BE4-48C3-453B-9081-0879DBF2F1C0}" srcOrd="0" destOrd="0" presId="urn:microsoft.com/office/officeart/2005/8/layout/orgChart1#1"/>
    <dgm:cxn modelId="{49F4ADB4-340A-43D4-B76B-80043AA76C8A}" type="presOf" srcId="{B7BA7CD8-9292-48F5-B3F6-BC9DE89E0F4D}" destId="{66B22206-2A3F-430B-A699-38BD8078BB04}" srcOrd="0" destOrd="0" presId="urn:microsoft.com/office/officeart/2005/8/layout/orgChart1#1"/>
    <dgm:cxn modelId="{04E840B9-D361-4298-ACF4-C1E2EEE3034E}" srcId="{D5214A91-4934-4649-B935-BC0FC17E74CF}" destId="{3D251550-F724-47A1-A39B-84E868580CBF}" srcOrd="1" destOrd="0" parTransId="{3B38A439-1159-47C1-958A-F334C297E09A}" sibTransId="{54160052-20E2-4FA0-A3FA-E61CB945A0FE}"/>
    <dgm:cxn modelId="{A9EE87BD-29C8-4315-A71A-44B82AF012B1}" type="presOf" srcId="{D5214A91-4934-4649-B935-BC0FC17E74CF}" destId="{663315E2-0AAB-4BF0-8E56-77909E84CF5C}" srcOrd="1" destOrd="0" presId="urn:microsoft.com/office/officeart/2005/8/layout/orgChart1#1"/>
    <dgm:cxn modelId="{B0471AC0-26CD-457A-B3A0-7FAC7B9AF473}" type="presOf" srcId="{7FC34362-57A1-4423-A5B3-21F7E07C6DD7}" destId="{6EC23B43-3AE5-4E86-BEDD-1A8F495894B9}" srcOrd="0" destOrd="0" presId="urn:microsoft.com/office/officeart/2005/8/layout/orgChart1#1"/>
    <dgm:cxn modelId="{9D7D58C1-91B8-46B8-A766-0F6D5E6BF797}" type="presOf" srcId="{1E0B21B9-7AB7-4DF8-9D25-60BD35FD2124}" destId="{3D33826C-0707-47C3-B4D6-1BA62C6169E8}" srcOrd="1" destOrd="0" presId="urn:microsoft.com/office/officeart/2005/8/layout/orgChart1#1"/>
    <dgm:cxn modelId="{5340D8DD-0711-4342-9BEF-75191DFA6F96}" srcId="{D5214A91-4934-4649-B935-BC0FC17E74CF}" destId="{1E0B21B9-7AB7-4DF8-9D25-60BD35FD2124}" srcOrd="0" destOrd="0" parTransId="{F0148539-5E83-4605-9843-B0D4BD21CB04}" sibTransId="{93DECA7D-8DAE-438E-905F-ABF1CC1CAB0D}"/>
    <dgm:cxn modelId="{ADB192E8-6D10-4343-878B-8039FF4C27E3}" type="presOf" srcId="{F0148539-5E83-4605-9843-B0D4BD21CB04}" destId="{65A7A9DE-BCC5-417A-AAD2-90D3B2374869}" srcOrd="0" destOrd="0" presId="urn:microsoft.com/office/officeart/2005/8/layout/orgChart1#1"/>
    <dgm:cxn modelId="{8DA338F1-6F74-49EF-ADDC-52B281E3FFF2}" type="presOf" srcId="{3D251550-F724-47A1-A39B-84E868580CBF}" destId="{90CB7A5A-2AC1-4BA3-A72D-3AB3CF91867B}" srcOrd="2" destOrd="0" presId="urn:microsoft.com/office/officeart/2005/8/layout/orgChart1#1"/>
    <dgm:cxn modelId="{4F4284E5-5BE3-471D-8FFA-4A1E786383B1}" type="presParOf" srcId="{66B22206-2A3F-430B-A699-38BD8078BB04}" destId="{A653A571-C426-4E0E-AE33-D4B5DD8FD67C}" srcOrd="0" destOrd="0" presId="urn:microsoft.com/office/officeart/2005/8/layout/orgChart1#1"/>
    <dgm:cxn modelId="{7BEBA31C-1291-408E-B770-1D97665D280C}" type="presParOf" srcId="{A653A571-C426-4E0E-AE33-D4B5DD8FD67C}" destId="{A35D6104-7710-4D1D-9C6B-2F8FFD88716D}" srcOrd="0" destOrd="0" presId="urn:microsoft.com/office/officeart/2005/8/layout/orgChart1#1"/>
    <dgm:cxn modelId="{DCE22B76-9BDA-4361-99BA-728573CD3C96}" type="presParOf" srcId="{A35D6104-7710-4D1D-9C6B-2F8FFD88716D}" destId="{663315E2-0AAB-4BF0-8E56-77909E84CF5C}" srcOrd="0" destOrd="0" presId="urn:microsoft.com/office/officeart/2005/8/layout/orgChart1#1"/>
    <dgm:cxn modelId="{8E85CDA0-573B-45AA-B1DE-CB4BE8B15684}" type="presParOf" srcId="{A35D6104-7710-4D1D-9C6B-2F8FFD88716D}" destId="{09CC9819-7EDC-4BA9-9D04-58032AFCDCF7}" srcOrd="1" destOrd="0" presId="urn:microsoft.com/office/officeart/2005/8/layout/orgChart1#1"/>
    <dgm:cxn modelId="{E611AC21-D93E-4226-BDAC-CD5087AFD32C}" type="presParOf" srcId="{A653A571-C426-4E0E-AE33-D4B5DD8FD67C}" destId="{F268471B-B95E-46E0-AAB5-6BC4344957CB}" srcOrd="1" destOrd="0" presId="urn:microsoft.com/office/officeart/2005/8/layout/orgChart1#1"/>
    <dgm:cxn modelId="{1846B1DC-D195-4743-9C72-7A83FBF715B8}" type="presParOf" srcId="{F268471B-B95E-46E0-AAB5-6BC4344957CB}" destId="{65A7A9DE-BCC5-417A-AAD2-90D3B2374869}" srcOrd="0" destOrd="0" presId="urn:microsoft.com/office/officeart/2005/8/layout/orgChart1#1"/>
    <dgm:cxn modelId="{AB0A4109-D80F-45E8-852B-AAA6D397FDEA}" type="presParOf" srcId="{F268471B-B95E-46E0-AAB5-6BC4344957CB}" destId="{D22A868D-2322-4BB3-9D18-13D25378DDD7}" srcOrd="1" destOrd="0" presId="urn:microsoft.com/office/officeart/2005/8/layout/orgChart1#1"/>
    <dgm:cxn modelId="{89834E1C-033A-4C52-8F04-4B764DEFEE09}" type="presParOf" srcId="{D22A868D-2322-4BB3-9D18-13D25378DDD7}" destId="{7375FFB4-AFAE-4CEE-8A7D-069D3F1605C8}" srcOrd="0" destOrd="0" presId="urn:microsoft.com/office/officeart/2005/8/layout/orgChart1#1"/>
    <dgm:cxn modelId="{37A64AF1-D977-4486-A227-4871A53F484A}" type="presParOf" srcId="{7375FFB4-AFAE-4CEE-8A7D-069D3F1605C8}" destId="{3D33826C-0707-47C3-B4D6-1BA62C6169E8}" srcOrd="0" destOrd="0" presId="urn:microsoft.com/office/officeart/2005/8/layout/orgChart1#1"/>
    <dgm:cxn modelId="{77E4BC6D-3003-45D0-90F1-038FCEB7C9A3}" type="presParOf" srcId="{7375FFB4-AFAE-4CEE-8A7D-069D3F1605C8}" destId="{627F000E-1DF8-4C8B-A49A-4F105C51DC29}" srcOrd="1" destOrd="0" presId="urn:microsoft.com/office/officeart/2005/8/layout/orgChart1#1"/>
    <dgm:cxn modelId="{1DC95DD2-28B3-4723-96DF-2AAFC932A6CB}" type="presParOf" srcId="{D22A868D-2322-4BB3-9D18-13D25378DDD7}" destId="{5CCCB8B4-86FF-4B75-9F93-8494A2D60513}" srcOrd="1" destOrd="0" presId="urn:microsoft.com/office/officeart/2005/8/layout/orgChart1#1"/>
    <dgm:cxn modelId="{9B43B972-EE3A-4D15-9C06-4EC3F0606F4E}" type="presParOf" srcId="{D22A868D-2322-4BB3-9D18-13D25378DDD7}" destId="{832B836C-F0FE-4D9D-BC46-C89FEE39EEDF}" srcOrd="2" destOrd="0" presId="urn:microsoft.com/office/officeart/2005/8/layout/orgChart1#1"/>
    <dgm:cxn modelId="{ADFB797E-707C-4588-8258-24FABAE0E6CB}" type="presParOf" srcId="{F268471B-B95E-46E0-AAB5-6BC4344957CB}" destId="{78697447-5D5E-4D2B-9C7C-AA19AB3086AE}" srcOrd="2" destOrd="0" presId="urn:microsoft.com/office/officeart/2005/8/layout/orgChart1#1"/>
    <dgm:cxn modelId="{6D58A8F7-E55F-4846-8AE6-03958944F2A5}" type="presParOf" srcId="{F268471B-B95E-46E0-AAB5-6BC4344957CB}" destId="{B55E8E64-3949-4800-BB26-6F476FE66E26}" srcOrd="3" destOrd="0" presId="urn:microsoft.com/office/officeart/2005/8/layout/orgChart1#1"/>
    <dgm:cxn modelId="{C47C79CC-9B7D-4C11-99FF-CC0E3FBAC2FE}" type="presParOf" srcId="{B55E8E64-3949-4800-BB26-6F476FE66E26}" destId="{5BD0AD9E-9E68-449B-B97F-DBA98FBAB2D1}" srcOrd="0" destOrd="0" presId="urn:microsoft.com/office/officeart/2005/8/layout/orgChart1#1"/>
    <dgm:cxn modelId="{8A5B73E8-772D-4314-AD23-216F8EC8AC52}" type="presParOf" srcId="{5BD0AD9E-9E68-449B-B97F-DBA98FBAB2D1}" destId="{D72E1F77-82BA-4F1F-89DD-2B1AC1894953}" srcOrd="0" destOrd="0" presId="urn:microsoft.com/office/officeart/2005/8/layout/orgChart1#1"/>
    <dgm:cxn modelId="{51C7073D-EA6E-4804-9B20-9403A5E1EA49}" type="presParOf" srcId="{5BD0AD9E-9E68-449B-B97F-DBA98FBAB2D1}" destId="{90CB7A5A-2AC1-4BA3-A72D-3AB3CF91867B}" srcOrd="1" destOrd="0" presId="urn:microsoft.com/office/officeart/2005/8/layout/orgChart1#1"/>
    <dgm:cxn modelId="{6A6BADA4-EF80-4C52-93A6-71050DF9D384}" type="presParOf" srcId="{B55E8E64-3949-4800-BB26-6F476FE66E26}" destId="{15BB254A-5E34-4804-B650-ABCCA33B823E}" srcOrd="1" destOrd="0" presId="urn:microsoft.com/office/officeart/2005/8/layout/orgChart1#1"/>
    <dgm:cxn modelId="{0E6D6C06-E446-40E8-8E04-F7A2EEDBC4D5}" type="presParOf" srcId="{B55E8E64-3949-4800-BB26-6F476FE66E26}" destId="{4939671B-8013-4731-9C44-0A5BAF8FFEAD}" srcOrd="2" destOrd="0" presId="urn:microsoft.com/office/officeart/2005/8/layout/orgChart1#1"/>
    <dgm:cxn modelId="{2E981DAC-4BA5-4470-8658-D7617D905E55}" type="presParOf" srcId="{F268471B-B95E-46E0-AAB5-6BC4344957CB}" destId="{FBBE8090-DAB5-4928-B162-CE87D3048E3F}" srcOrd="4" destOrd="0" presId="urn:microsoft.com/office/officeart/2005/8/layout/orgChart1#1"/>
    <dgm:cxn modelId="{BF347BF1-4CCC-404F-905C-F1206FB0C328}" type="presParOf" srcId="{F268471B-B95E-46E0-AAB5-6BC4344957CB}" destId="{BFED756E-62E8-41CE-9B28-34796CCB03F6}" srcOrd="5" destOrd="0" presId="urn:microsoft.com/office/officeart/2005/8/layout/orgChart1#1"/>
    <dgm:cxn modelId="{01E415F5-06E1-4D95-A07A-226E17281162}" type="presParOf" srcId="{BFED756E-62E8-41CE-9B28-34796CCB03F6}" destId="{1C881145-C4F3-4012-9E40-392A04C4F5BA}" srcOrd="0" destOrd="0" presId="urn:microsoft.com/office/officeart/2005/8/layout/orgChart1#1"/>
    <dgm:cxn modelId="{AFEE2ABF-0D5E-4821-9993-7A5285000DA0}" type="presParOf" srcId="{1C881145-C4F3-4012-9E40-392A04C4F5BA}" destId="{D5D9119B-FAE2-416E-988F-E834D0B924ED}" srcOrd="0" destOrd="0" presId="urn:microsoft.com/office/officeart/2005/8/layout/orgChart1#1"/>
    <dgm:cxn modelId="{7CE84E04-1ADF-4A72-A9D7-4CE870BF5D2A}" type="presParOf" srcId="{1C881145-C4F3-4012-9E40-392A04C4F5BA}" destId="{E471A311-82C0-48F6-94E3-D5DEB005C3BC}" srcOrd="1" destOrd="0" presId="urn:microsoft.com/office/officeart/2005/8/layout/orgChart1#1"/>
    <dgm:cxn modelId="{4CA4AB8A-2678-416B-9296-09730F081E96}" type="presParOf" srcId="{BFED756E-62E8-41CE-9B28-34796CCB03F6}" destId="{AA31620F-FFC5-429E-B9F2-6809B4A0BEC3}" srcOrd="1" destOrd="0" presId="urn:microsoft.com/office/officeart/2005/8/layout/orgChart1#1"/>
    <dgm:cxn modelId="{DD46A4A9-8ED4-4317-83C3-5DB913A74441}" type="presParOf" srcId="{BFED756E-62E8-41CE-9B28-34796CCB03F6}" destId="{5A4FEE62-1193-4351-A43E-1F52CAD815C4}" srcOrd="2" destOrd="0" presId="urn:microsoft.com/office/officeart/2005/8/layout/orgChart1#1"/>
    <dgm:cxn modelId="{2360A262-06D9-4903-8560-C94422734469}" type="presParOf" srcId="{F268471B-B95E-46E0-AAB5-6BC4344957CB}" destId="{6EC23B43-3AE5-4E86-BEDD-1A8F495894B9}" srcOrd="6" destOrd="0" presId="urn:microsoft.com/office/officeart/2005/8/layout/orgChart1#1"/>
    <dgm:cxn modelId="{C21D9E33-50DE-469C-9814-E57D7A9804BF}" type="presParOf" srcId="{F268471B-B95E-46E0-AAB5-6BC4344957CB}" destId="{E221AEDF-BD3E-4ADC-942B-028624774873}" srcOrd="7" destOrd="0" presId="urn:microsoft.com/office/officeart/2005/8/layout/orgChart1#1"/>
    <dgm:cxn modelId="{942575A3-3EAA-46DF-BAA5-F933A306F109}" type="presParOf" srcId="{E221AEDF-BD3E-4ADC-942B-028624774873}" destId="{48E01BE4-48C3-453B-9081-0879DBF2F1C0}" srcOrd="0" destOrd="0" presId="urn:microsoft.com/office/officeart/2005/8/layout/orgChart1#1"/>
    <dgm:cxn modelId="{2737DD5F-977F-4285-8199-502FD56C2AD2}" type="presParOf" srcId="{48E01BE4-48C3-453B-9081-0879DBF2F1C0}" destId="{66D96FC5-D2D8-43BB-9676-4293643509BC}" srcOrd="0" destOrd="0" presId="urn:microsoft.com/office/officeart/2005/8/layout/orgChart1#1"/>
    <dgm:cxn modelId="{B05455A2-46BD-4CBD-8DFC-E113FA1D3C66}" type="presParOf" srcId="{48E01BE4-48C3-453B-9081-0879DBF2F1C0}" destId="{B1CCE85B-13AD-4D0E-98B7-2EC1CEFD6886}" srcOrd="1" destOrd="0" presId="urn:microsoft.com/office/officeart/2005/8/layout/orgChart1#1"/>
    <dgm:cxn modelId="{DF14A3AB-0CD4-4BA6-8DDB-7A1643F51962}" type="presParOf" srcId="{E221AEDF-BD3E-4ADC-942B-028624774873}" destId="{245F8F76-F4E6-4E5A-87B6-3FCC3AB438B2}" srcOrd="1" destOrd="0" presId="urn:microsoft.com/office/officeart/2005/8/layout/orgChart1#1"/>
    <dgm:cxn modelId="{A0BADAB7-AAAA-4028-A9D2-D8DB71C867DC}" type="presParOf" srcId="{E221AEDF-BD3E-4ADC-942B-028624774873}" destId="{F15788DE-4363-4CD1-9163-481E9D75A431}" srcOrd="2" destOrd="0" presId="urn:microsoft.com/office/officeart/2005/8/layout/orgChart1#1"/>
    <dgm:cxn modelId="{36B69BE5-297A-444E-943B-1E523E95B74F}" type="presParOf" srcId="{F268471B-B95E-46E0-AAB5-6BC4344957CB}" destId="{C6DC1339-D045-4B26-9F01-EDE40C43D018}" srcOrd="8" destOrd="0" presId="urn:microsoft.com/office/officeart/2005/8/layout/orgChart1#1"/>
    <dgm:cxn modelId="{2D9EDE7C-DC40-48BF-B212-4184C3DA439F}" type="presParOf" srcId="{F268471B-B95E-46E0-AAB5-6BC4344957CB}" destId="{DDC1FFD1-0611-467C-8BE0-675CC5461D20}" srcOrd="9" destOrd="0" presId="urn:microsoft.com/office/officeart/2005/8/layout/orgChart1#1"/>
    <dgm:cxn modelId="{9E2DC080-FEBC-4753-8C2D-DB3E3DBB4AC6}" type="presParOf" srcId="{DDC1FFD1-0611-467C-8BE0-675CC5461D20}" destId="{F4F8E47D-E8C9-4402-8A19-023255ABA320}" srcOrd="0" destOrd="0" presId="urn:microsoft.com/office/officeart/2005/8/layout/orgChart1#1"/>
    <dgm:cxn modelId="{7C38E564-A497-4340-8CE3-59AF4A8DAB5E}" type="presParOf" srcId="{F4F8E47D-E8C9-4402-8A19-023255ABA320}" destId="{6EB8B9C6-0DF6-4A48-A20C-2209A28817C4}" srcOrd="0" destOrd="0" presId="urn:microsoft.com/office/officeart/2005/8/layout/orgChart1#1"/>
    <dgm:cxn modelId="{F0394830-319B-4930-AB4C-6669BCEA3197}" type="presParOf" srcId="{F4F8E47D-E8C9-4402-8A19-023255ABA320}" destId="{C4F03FCC-6843-48CD-8CF2-C426C3ED5053}" srcOrd="1" destOrd="0" presId="urn:microsoft.com/office/officeart/2005/8/layout/orgChart1#1"/>
    <dgm:cxn modelId="{C6E67838-6294-4AC5-AD8C-789E21FB180C}" type="presParOf" srcId="{DDC1FFD1-0611-467C-8BE0-675CC5461D20}" destId="{08C36318-138B-4BDD-AEA5-91F880B33067}" srcOrd="1" destOrd="0" presId="urn:microsoft.com/office/officeart/2005/8/layout/orgChart1#1"/>
    <dgm:cxn modelId="{667FCD49-8D78-42BC-91F9-E215973EA5E9}" type="presParOf" srcId="{DDC1FFD1-0611-467C-8BE0-675CC5461D20}" destId="{B62C2CC4-A85A-47ED-9CCC-5984ECA42DF3}" srcOrd="2" destOrd="0" presId="urn:microsoft.com/office/officeart/2005/8/layout/orgChart1#1"/>
    <dgm:cxn modelId="{133A0972-109A-41D8-A1C0-5BB9440F55B7}" type="presParOf" srcId="{A653A571-C426-4E0E-AE33-D4B5DD8FD67C}" destId="{A6402771-0344-4903-9B83-5199CEB05561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C1339-D045-4B26-9F01-EDE40C43D018}">
      <dsp:nvSpPr>
        <dsp:cNvPr id="0" name=""/>
        <dsp:cNvSpPr/>
      </dsp:nvSpPr>
      <dsp:spPr>
        <a:xfrm>
          <a:off x="1747202" y="1078595"/>
          <a:ext cx="1447776" cy="125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16"/>
              </a:lnTo>
              <a:lnTo>
                <a:pt x="1447776" y="62816"/>
              </a:lnTo>
              <a:lnTo>
                <a:pt x="1447776" y="125633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C23B43-3AE5-4E86-BEDD-1A8F495894B9}">
      <dsp:nvSpPr>
        <dsp:cNvPr id="0" name=""/>
        <dsp:cNvSpPr/>
      </dsp:nvSpPr>
      <dsp:spPr>
        <a:xfrm>
          <a:off x="1747202" y="1078595"/>
          <a:ext cx="723888" cy="125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16"/>
              </a:lnTo>
              <a:lnTo>
                <a:pt x="723888" y="62816"/>
              </a:lnTo>
              <a:lnTo>
                <a:pt x="723888" y="125633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E8090-DAB5-4928-B162-CE87D3048E3F}">
      <dsp:nvSpPr>
        <dsp:cNvPr id="0" name=""/>
        <dsp:cNvSpPr/>
      </dsp:nvSpPr>
      <dsp:spPr>
        <a:xfrm>
          <a:off x="1701482" y="1078595"/>
          <a:ext cx="91440" cy="1256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5633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97447-5D5E-4D2B-9C7C-AA19AB3086AE}">
      <dsp:nvSpPr>
        <dsp:cNvPr id="0" name=""/>
        <dsp:cNvSpPr/>
      </dsp:nvSpPr>
      <dsp:spPr>
        <a:xfrm>
          <a:off x="1023314" y="1078595"/>
          <a:ext cx="723888" cy="125633"/>
        </a:xfrm>
        <a:custGeom>
          <a:avLst/>
          <a:gdLst/>
          <a:ahLst/>
          <a:cxnLst/>
          <a:rect l="0" t="0" r="0" b="0"/>
          <a:pathLst>
            <a:path>
              <a:moveTo>
                <a:pt x="723888" y="0"/>
              </a:moveTo>
              <a:lnTo>
                <a:pt x="723888" y="62816"/>
              </a:lnTo>
              <a:lnTo>
                <a:pt x="0" y="62816"/>
              </a:lnTo>
              <a:lnTo>
                <a:pt x="0" y="125633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A7A9DE-BCC5-417A-AAD2-90D3B2374869}">
      <dsp:nvSpPr>
        <dsp:cNvPr id="0" name=""/>
        <dsp:cNvSpPr/>
      </dsp:nvSpPr>
      <dsp:spPr>
        <a:xfrm>
          <a:off x="299425" y="1078595"/>
          <a:ext cx="1447776" cy="125633"/>
        </a:xfrm>
        <a:custGeom>
          <a:avLst/>
          <a:gdLst/>
          <a:ahLst/>
          <a:cxnLst/>
          <a:rect l="0" t="0" r="0" b="0"/>
          <a:pathLst>
            <a:path>
              <a:moveTo>
                <a:pt x="1447776" y="0"/>
              </a:moveTo>
              <a:lnTo>
                <a:pt x="1447776" y="62816"/>
              </a:lnTo>
              <a:lnTo>
                <a:pt x="0" y="62816"/>
              </a:lnTo>
              <a:lnTo>
                <a:pt x="0" y="125633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3315E2-0AAB-4BF0-8E56-77909E84CF5C}">
      <dsp:nvSpPr>
        <dsp:cNvPr id="0" name=""/>
        <dsp:cNvSpPr/>
      </dsp:nvSpPr>
      <dsp:spPr>
        <a:xfrm>
          <a:off x="1225470" y="779468"/>
          <a:ext cx="1043463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县市分公司</a:t>
          </a:r>
        </a:p>
      </dsp:txBody>
      <dsp:txXfrm>
        <a:off x="1225470" y="779468"/>
        <a:ext cx="1043463" cy="299127"/>
      </dsp:txXfrm>
    </dsp:sp>
    <dsp:sp modelId="{3D33826C-0707-47C3-B4D6-1BA62C6169E8}">
      <dsp:nvSpPr>
        <dsp:cNvPr id="0" name=""/>
        <dsp:cNvSpPr/>
      </dsp:nvSpPr>
      <dsp:spPr>
        <a:xfrm>
          <a:off x="298" y="1204229"/>
          <a:ext cx="598254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综合部</a:t>
          </a:r>
        </a:p>
      </dsp:txBody>
      <dsp:txXfrm>
        <a:off x="298" y="1204229"/>
        <a:ext cx="598254" cy="299127"/>
      </dsp:txXfrm>
    </dsp:sp>
    <dsp:sp modelId="{D72E1F77-82BA-4F1F-89DD-2B1AC1894953}">
      <dsp:nvSpPr>
        <dsp:cNvPr id="0" name=""/>
        <dsp:cNvSpPr/>
      </dsp:nvSpPr>
      <dsp:spPr>
        <a:xfrm>
          <a:off x="724186" y="1204229"/>
          <a:ext cx="598254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市场经营部</a:t>
          </a:r>
        </a:p>
      </dsp:txBody>
      <dsp:txXfrm>
        <a:off x="724186" y="1204229"/>
        <a:ext cx="598254" cy="299127"/>
      </dsp:txXfrm>
    </dsp:sp>
    <dsp:sp modelId="{D5D9119B-FAE2-416E-988F-E834D0B924ED}">
      <dsp:nvSpPr>
        <dsp:cNvPr id="0" name=""/>
        <dsp:cNvSpPr/>
      </dsp:nvSpPr>
      <dsp:spPr>
        <a:xfrm>
          <a:off x="1448075" y="1204229"/>
          <a:ext cx="598254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政企客户部</a:t>
          </a:r>
        </a:p>
      </dsp:txBody>
      <dsp:txXfrm>
        <a:off x="1448075" y="1204229"/>
        <a:ext cx="598254" cy="299127"/>
      </dsp:txXfrm>
    </dsp:sp>
    <dsp:sp modelId="{66D96FC5-D2D8-43BB-9676-4293643509BC}">
      <dsp:nvSpPr>
        <dsp:cNvPr id="0" name=""/>
        <dsp:cNvSpPr/>
      </dsp:nvSpPr>
      <dsp:spPr>
        <a:xfrm>
          <a:off x="2171963" y="1204229"/>
          <a:ext cx="598254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网络部</a:t>
          </a:r>
        </a:p>
      </dsp:txBody>
      <dsp:txXfrm>
        <a:off x="2171963" y="1204229"/>
        <a:ext cx="598254" cy="299127"/>
      </dsp:txXfrm>
    </dsp:sp>
    <dsp:sp modelId="{6EB8B9C6-0DF6-4A48-A20C-2209A28817C4}">
      <dsp:nvSpPr>
        <dsp:cNvPr id="0" name=""/>
        <dsp:cNvSpPr/>
      </dsp:nvSpPr>
      <dsp:spPr>
        <a:xfrm>
          <a:off x="2895851" y="1204229"/>
          <a:ext cx="598254" cy="299127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网格</a:t>
          </a:r>
        </a:p>
      </dsp:txBody>
      <dsp:txXfrm>
        <a:off x="2895851" y="1204229"/>
        <a:ext cx="598254" cy="299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Text" lastClr="000000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553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3" name="矩形 2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01691" y="6411788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4" name="TextBox 7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1664963" y="6608775"/>
            <a:ext cx="527039" cy="276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24" tIns="45719" rIns="91424" bIns="45719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1219200"/>
            <a:fld id="{45FE5F3F-81DA-43CE-8182-548C8A7A20D5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tags" Target="../tags/tag49.xml"/><Relationship Id="rId50" Type="http://schemas.openxmlformats.org/officeDocument/2006/relationships/tags" Target="../tags/tag52.xml"/><Relationship Id="rId55" Type="http://schemas.openxmlformats.org/officeDocument/2006/relationships/tags" Target="../tags/tag57.xml"/><Relationship Id="rId63" Type="http://schemas.openxmlformats.org/officeDocument/2006/relationships/tags" Target="../tags/tag65.xml"/><Relationship Id="rId68" Type="http://schemas.openxmlformats.org/officeDocument/2006/relationships/tags" Target="../tags/tag70.xml"/><Relationship Id="rId76" Type="http://schemas.openxmlformats.org/officeDocument/2006/relationships/notesSlide" Target="../notesSlides/notesSlide2.xml"/><Relationship Id="rId7" Type="http://schemas.openxmlformats.org/officeDocument/2006/relationships/tags" Target="../tags/tag9.xml"/><Relationship Id="rId71" Type="http://schemas.openxmlformats.org/officeDocument/2006/relationships/tags" Target="../tags/tag73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3" Type="http://schemas.openxmlformats.org/officeDocument/2006/relationships/tags" Target="../tags/tag55.xml"/><Relationship Id="rId58" Type="http://schemas.openxmlformats.org/officeDocument/2006/relationships/tags" Target="../tags/tag60.xml"/><Relationship Id="rId66" Type="http://schemas.openxmlformats.org/officeDocument/2006/relationships/tags" Target="../tags/tag68.xml"/><Relationship Id="rId74" Type="http://schemas.openxmlformats.org/officeDocument/2006/relationships/tags" Target="../tags/tag76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tags" Target="../tags/tag51.xml"/><Relationship Id="rId57" Type="http://schemas.openxmlformats.org/officeDocument/2006/relationships/tags" Target="../tags/tag59.xml"/><Relationship Id="rId61" Type="http://schemas.openxmlformats.org/officeDocument/2006/relationships/tags" Target="../tags/tag63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52" Type="http://schemas.openxmlformats.org/officeDocument/2006/relationships/tags" Target="../tags/tag54.xml"/><Relationship Id="rId60" Type="http://schemas.openxmlformats.org/officeDocument/2006/relationships/tags" Target="../tags/tag62.xml"/><Relationship Id="rId65" Type="http://schemas.openxmlformats.org/officeDocument/2006/relationships/tags" Target="../tags/tag67.xml"/><Relationship Id="rId73" Type="http://schemas.openxmlformats.org/officeDocument/2006/relationships/tags" Target="../tags/tag75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tags" Target="../tags/tag50.xml"/><Relationship Id="rId56" Type="http://schemas.openxmlformats.org/officeDocument/2006/relationships/tags" Target="../tags/tag58.xml"/><Relationship Id="rId64" Type="http://schemas.openxmlformats.org/officeDocument/2006/relationships/tags" Target="../tags/tag66.xml"/><Relationship Id="rId69" Type="http://schemas.openxmlformats.org/officeDocument/2006/relationships/tags" Target="../tags/tag71.xml"/><Relationship Id="rId8" Type="http://schemas.openxmlformats.org/officeDocument/2006/relationships/tags" Target="../tags/tag10.xml"/><Relationship Id="rId51" Type="http://schemas.openxmlformats.org/officeDocument/2006/relationships/tags" Target="../tags/tag53.xml"/><Relationship Id="rId72" Type="http://schemas.openxmlformats.org/officeDocument/2006/relationships/tags" Target="../tags/tag74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59" Type="http://schemas.openxmlformats.org/officeDocument/2006/relationships/tags" Target="../tags/tag61.xml"/><Relationship Id="rId67" Type="http://schemas.openxmlformats.org/officeDocument/2006/relationships/tags" Target="../tags/tag69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54" Type="http://schemas.openxmlformats.org/officeDocument/2006/relationships/tags" Target="../tags/tag56.xml"/><Relationship Id="rId62" Type="http://schemas.openxmlformats.org/officeDocument/2006/relationships/tags" Target="../tags/tag64.xml"/><Relationship Id="rId70" Type="http://schemas.openxmlformats.org/officeDocument/2006/relationships/tags" Target="../tags/tag72.xml"/><Relationship Id="rId75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26" Type="http://schemas.openxmlformats.org/officeDocument/2006/relationships/image" Target="../media/image5.png"/><Relationship Id="rId3" Type="http://schemas.openxmlformats.org/officeDocument/2006/relationships/tags" Target="../tags/tag79.xml"/><Relationship Id="rId21" Type="http://schemas.openxmlformats.org/officeDocument/2006/relationships/tags" Target="../tags/tag97.xml"/><Relationship Id="rId34" Type="http://schemas.openxmlformats.org/officeDocument/2006/relationships/image" Target="../media/image13.png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5" Type="http://schemas.openxmlformats.org/officeDocument/2006/relationships/slideLayout" Target="../slideLayouts/slideLayout12.xml"/><Relationship Id="rId33" Type="http://schemas.openxmlformats.org/officeDocument/2006/relationships/image" Target="../media/image12.png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29" Type="http://schemas.openxmlformats.org/officeDocument/2006/relationships/image" Target="../media/image8.pn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tags" Target="../tags/tag100.xml"/><Relationship Id="rId32" Type="http://schemas.openxmlformats.org/officeDocument/2006/relationships/image" Target="../media/image11.jpeg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23" Type="http://schemas.openxmlformats.org/officeDocument/2006/relationships/tags" Target="../tags/tag99.xml"/><Relationship Id="rId28" Type="http://schemas.openxmlformats.org/officeDocument/2006/relationships/image" Target="../media/image7.jpeg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31" Type="http://schemas.openxmlformats.org/officeDocument/2006/relationships/image" Target="../media/image10.jpeg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tags" Target="../tags/tag98.xml"/><Relationship Id="rId27" Type="http://schemas.openxmlformats.org/officeDocument/2006/relationships/image" Target="../media/image6.jpeg"/><Relationship Id="rId30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103.xml"/><Relationship Id="rId7" Type="http://schemas.openxmlformats.org/officeDocument/2006/relationships/diagramData" Target="../diagrams/data1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12.xml"/><Relationship Id="rId11" Type="http://schemas.microsoft.com/office/2007/relationships/diagramDrawing" Target="../diagrams/drawing1.xml"/><Relationship Id="rId5" Type="http://schemas.openxmlformats.org/officeDocument/2006/relationships/tags" Target="../tags/tag105.xml"/><Relationship Id="rId10" Type="http://schemas.openxmlformats.org/officeDocument/2006/relationships/diagramColors" Target="../diagrams/colors1.xml"/><Relationship Id="rId4" Type="http://schemas.openxmlformats.org/officeDocument/2006/relationships/tags" Target="../tags/tag104.xml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3" Type="http://schemas.openxmlformats.org/officeDocument/2006/relationships/tags" Target="../tags/tag108.xml"/><Relationship Id="rId21" Type="http://schemas.openxmlformats.org/officeDocument/2006/relationships/tags" Target="../tags/tag126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5" Type="http://schemas.openxmlformats.org/officeDocument/2006/relationships/notesSlide" Target="../notesSlides/notesSlide3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slideLayout" Target="../slideLayouts/slideLayout12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tags" Target="../tags/tag1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34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7.png"/><Relationship Id="rId5" Type="http://schemas.openxmlformats.org/officeDocument/2006/relationships/tags" Target="../tags/tag136.xml"/><Relationship Id="rId10" Type="http://schemas.openxmlformats.org/officeDocument/2006/relationships/image" Target="../media/image16.png"/><Relationship Id="rId4" Type="http://schemas.openxmlformats.org/officeDocument/2006/relationships/tags" Target="../tags/tag135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139.xml"/><Relationship Id="rId7" Type="http://schemas.openxmlformats.org/officeDocument/2006/relationships/image" Target="../media/image18.pn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1.png"/><Relationship Id="rId4" Type="http://schemas.openxmlformats.org/officeDocument/2006/relationships/tags" Target="../tags/tag140.xm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106295"/>
            <a:ext cx="12192000" cy="2539365"/>
          </a:xfrm>
          <a:prstGeom prst="rect">
            <a:avLst/>
          </a:prstGeom>
          <a:gradFill>
            <a:gsLst>
              <a:gs pos="0">
                <a:srgbClr val="88B92C"/>
              </a:gs>
              <a:gs pos="100000">
                <a:srgbClr val="1D7D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1"/>
          <p:cNvSpPr/>
          <p:nvPr/>
        </p:nvSpPr>
        <p:spPr bwMode="auto">
          <a:xfrm>
            <a:off x="247652" y="45771"/>
            <a:ext cx="6051549" cy="5537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233" tIns="78200" rIns="123817" bIns="45713" anchor="ctr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2106931"/>
            <a:ext cx="3872865" cy="25374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84065" y="2961005"/>
            <a:ext cx="505968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defRPr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嘉兴移动总体概况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>
            <p:custDataLst>
              <p:tags r:id="rId2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altLang="en-US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发展历程</a:t>
            </a:r>
          </a:p>
        </p:txBody>
      </p:sp>
      <p:sp>
        <p:nvSpPr>
          <p:cNvPr id="11268" name="矩形 2"/>
          <p:cNvSpPr>
            <a:spLocks noChangeArrowheads="1"/>
          </p:cNvSpPr>
          <p:nvPr/>
        </p:nvSpPr>
        <p:spPr bwMode="auto">
          <a:xfrm>
            <a:off x="479637" y="881539"/>
            <a:ext cx="11233151" cy="12280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 indent="406400" fontAlgn="auto">
              <a:lnSpc>
                <a:spcPct val="150000"/>
              </a:lnSpc>
              <a:buClr>
                <a:srgbClr val="00B0F0"/>
              </a:buClr>
              <a:buFont typeface="Wingdings" panose="05000000000000000000" charset="0"/>
              <a:buNone/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中国移动嘉兴分公司隶属于中国移动通信集团浙江有限公司，成立于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1997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年，是嘉兴通信和信息化服务的主要提供者。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多年来，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紧跟产业发展趋势，依托嘉兴良好的经济社会发展环境，不仅取得了自身跨越式的发展，也为地方经济社会发展作出了积极贡献。</a:t>
            </a:r>
          </a:p>
        </p:txBody>
      </p:sp>
      <p:sp>
        <p:nvSpPr>
          <p:cNvPr id="261" name="Rectangle 5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-189230" y="5008880"/>
            <a:ext cx="1267460" cy="3403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1997</a:t>
            </a:r>
            <a:r>
              <a:rPr lang="zh-CN" altLang="en-US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grpSp>
        <p:nvGrpSpPr>
          <p:cNvPr id="125" name="组合 124"/>
          <p:cNvGrpSpPr/>
          <p:nvPr/>
        </p:nvGrpSpPr>
        <p:grpSpPr>
          <a:xfrm>
            <a:off x="645795" y="2395855"/>
            <a:ext cx="1224915" cy="1224915"/>
            <a:chOff x="1447" y="2859"/>
            <a:chExt cx="1929" cy="1929"/>
          </a:xfrm>
        </p:grpSpPr>
        <p:grpSp>
          <p:nvGrpSpPr>
            <p:cNvPr id="176" name="组合 175"/>
            <p:cNvGrpSpPr/>
            <p:nvPr/>
          </p:nvGrpSpPr>
          <p:grpSpPr>
            <a:xfrm>
              <a:off x="1447" y="2859"/>
              <a:ext cx="1929" cy="1929"/>
              <a:chOff x="4541520" y="2512263"/>
              <a:chExt cx="3108960" cy="3108960"/>
            </a:xfrm>
          </p:grpSpPr>
          <p:grpSp>
            <p:nvGrpSpPr>
              <p:cNvPr id="178" name="组合 177"/>
              <p:cNvGrpSpPr/>
              <p:nvPr/>
            </p:nvGrpSpPr>
            <p:grpSpPr>
              <a:xfrm>
                <a:off x="4730750" y="2701493"/>
                <a:ext cx="2730500" cy="2730500"/>
                <a:chOff x="4730750" y="2063750"/>
                <a:chExt cx="2730500" cy="2730500"/>
              </a:xfrm>
            </p:grpSpPr>
            <p:sp>
              <p:nvSpPr>
                <p:cNvPr id="184" name="图形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4733925" y="2066925"/>
                  <a:ext cx="2724150" cy="272415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5" name="图形"/>
                <p:cNvSpPr/>
                <p:nvPr>
                  <p:custDataLst>
                    <p:tags r:id="rId72"/>
                  </p:custDataLst>
                </p:nvPr>
              </p:nvSpPr>
              <p:spPr>
                <a:xfrm rot="10800000">
                  <a:off x="4743450" y="2076450"/>
                  <a:ext cx="2705100" cy="27051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6" name="图形"/>
                <p:cNvSpPr/>
                <p:nvPr>
                  <p:custDataLst>
                    <p:tags r:id="rId73"/>
                  </p:custDataLst>
                </p:nvPr>
              </p:nvSpPr>
              <p:spPr>
                <a:xfrm rot="162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7" name="图形"/>
                <p:cNvSpPr/>
                <p:nvPr>
                  <p:custDataLst>
                    <p:tags r:id="rId74"/>
                  </p:custDataLst>
                </p:nvPr>
              </p:nvSpPr>
              <p:spPr>
                <a:xfrm rot="54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  <p:grpSp>
            <p:nvGrpSpPr>
              <p:cNvPr id="179" name="组合 178"/>
              <p:cNvGrpSpPr/>
              <p:nvPr/>
            </p:nvGrpSpPr>
            <p:grpSpPr>
              <a:xfrm>
                <a:off x="4541520" y="2512263"/>
                <a:ext cx="3108960" cy="3108960"/>
                <a:chOff x="4541520" y="1874520"/>
                <a:chExt cx="3108960" cy="3108960"/>
              </a:xfrm>
            </p:grpSpPr>
            <p:sp>
              <p:nvSpPr>
                <p:cNvPr id="180" name="图形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7536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1" name="图形"/>
                <p:cNvSpPr/>
                <p:nvPr>
                  <p:custDataLst>
                    <p:tags r:id="rId68"/>
                  </p:custDataLst>
                </p:nvPr>
              </p:nvSpPr>
              <p:spPr>
                <a:xfrm rot="54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2" name="图形"/>
                <p:cNvSpPr/>
                <p:nvPr>
                  <p:custDataLst>
                    <p:tags r:id="rId69"/>
                  </p:custDataLst>
                </p:nvPr>
              </p:nvSpPr>
              <p:spPr>
                <a:xfrm rot="108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351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83" name="图形"/>
                <p:cNvSpPr/>
                <p:nvPr>
                  <p:custDataLst>
                    <p:tags r:id="rId70"/>
                  </p:custDataLst>
                </p:nvPr>
              </p:nvSpPr>
              <p:spPr>
                <a:xfrm rot="162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</p:grpSp>
        <p:sp>
          <p:nvSpPr>
            <p:cNvPr id="61" name="文本框 60"/>
            <p:cNvSpPr txBox="1"/>
            <p:nvPr>
              <p:custDataLst>
                <p:tags r:id="rId66"/>
              </p:custDataLst>
            </p:nvPr>
          </p:nvSpPr>
          <p:spPr>
            <a:xfrm>
              <a:off x="1714" y="3219"/>
              <a:ext cx="1396" cy="12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25400"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lt"/>
                </a:rPr>
                <a:t>年通信</a:t>
              </a:r>
            </a:p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lt"/>
                </a:rPr>
                <a:t>服务收入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lt"/>
              </a:endParaRPr>
            </a:p>
            <a:p>
              <a:pPr algn="ctr"/>
              <a:r>
                <a:rPr lang="en-US" altLang="zh-CN" sz="20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59</a:t>
              </a:r>
              <a:r>
                <a:rPr lang="zh-CN" altLang="en-US" sz="12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亿元</a:t>
              </a: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5495925" y="2395855"/>
            <a:ext cx="1224915" cy="1224915"/>
            <a:chOff x="4972" y="2796"/>
            <a:chExt cx="1929" cy="1929"/>
          </a:xfrm>
        </p:grpSpPr>
        <p:grpSp>
          <p:nvGrpSpPr>
            <p:cNvPr id="23" name="组合 22"/>
            <p:cNvGrpSpPr/>
            <p:nvPr/>
          </p:nvGrpSpPr>
          <p:grpSpPr>
            <a:xfrm>
              <a:off x="4972" y="2796"/>
              <a:ext cx="1929" cy="1929"/>
              <a:chOff x="4541520" y="2512263"/>
              <a:chExt cx="3108960" cy="310896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4730750" y="2701493"/>
                <a:ext cx="2730500" cy="2730500"/>
                <a:chOff x="4730750" y="2063750"/>
                <a:chExt cx="2730500" cy="2730500"/>
              </a:xfrm>
            </p:grpSpPr>
            <p:sp>
              <p:nvSpPr>
                <p:cNvPr id="26" name="图形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4733925" y="2066925"/>
                  <a:ext cx="2724150" cy="272415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27" name="图形"/>
                <p:cNvSpPr/>
                <p:nvPr>
                  <p:custDataLst>
                    <p:tags r:id="rId63"/>
                  </p:custDataLst>
                </p:nvPr>
              </p:nvSpPr>
              <p:spPr>
                <a:xfrm rot="10800000">
                  <a:off x="4743450" y="2076450"/>
                  <a:ext cx="2705100" cy="27051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28" name="图形"/>
                <p:cNvSpPr/>
                <p:nvPr>
                  <p:custDataLst>
                    <p:tags r:id="rId64"/>
                  </p:custDataLst>
                </p:nvPr>
              </p:nvSpPr>
              <p:spPr>
                <a:xfrm rot="162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32" name="图形"/>
                <p:cNvSpPr/>
                <p:nvPr>
                  <p:custDataLst>
                    <p:tags r:id="rId65"/>
                  </p:custDataLst>
                </p:nvPr>
              </p:nvSpPr>
              <p:spPr>
                <a:xfrm rot="54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4541520" y="2512263"/>
                <a:ext cx="3108960" cy="3108960"/>
                <a:chOff x="4541520" y="1874520"/>
                <a:chExt cx="3108960" cy="3108960"/>
              </a:xfrm>
            </p:grpSpPr>
            <p:sp>
              <p:nvSpPr>
                <p:cNvPr id="34" name="图形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7536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35" name="图形"/>
                <p:cNvSpPr/>
                <p:nvPr>
                  <p:custDataLst>
                    <p:tags r:id="rId59"/>
                  </p:custDataLst>
                </p:nvPr>
              </p:nvSpPr>
              <p:spPr>
                <a:xfrm rot="54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36" name="图形"/>
                <p:cNvSpPr/>
                <p:nvPr>
                  <p:custDataLst>
                    <p:tags r:id="rId60"/>
                  </p:custDataLst>
                </p:nvPr>
              </p:nvSpPr>
              <p:spPr>
                <a:xfrm rot="108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351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55" name="图形"/>
                <p:cNvSpPr/>
                <p:nvPr>
                  <p:custDataLst>
                    <p:tags r:id="rId61"/>
                  </p:custDataLst>
                </p:nvPr>
              </p:nvSpPr>
              <p:spPr>
                <a:xfrm rot="162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</p:grpSp>
        <p:sp>
          <p:nvSpPr>
            <p:cNvPr id="58" name="文本框 57"/>
            <p:cNvSpPr txBox="1"/>
            <p:nvPr>
              <p:custDataLst>
                <p:tags r:id="rId57"/>
              </p:custDataLst>
            </p:nvPr>
          </p:nvSpPr>
          <p:spPr>
            <a:xfrm>
              <a:off x="5233" y="3278"/>
              <a:ext cx="1485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25400"/>
            </a:bodyPr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手机用户</a:t>
              </a:r>
            </a:p>
            <a:p>
              <a:pPr algn="ctr"/>
              <a:r>
                <a:rPr lang="en-US" altLang="zh-CN" sz="20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490</a:t>
              </a:r>
              <a:r>
                <a:rPr lang="zh-CN" altLang="en-US" sz="12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万</a:t>
              </a: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7920990" y="2395855"/>
            <a:ext cx="1224915" cy="1224915"/>
            <a:chOff x="10569" y="2796"/>
            <a:chExt cx="1929" cy="1929"/>
          </a:xfrm>
        </p:grpSpPr>
        <p:grpSp>
          <p:nvGrpSpPr>
            <p:cNvPr id="59" name="组合 58"/>
            <p:cNvGrpSpPr/>
            <p:nvPr/>
          </p:nvGrpSpPr>
          <p:grpSpPr>
            <a:xfrm>
              <a:off x="10569" y="2796"/>
              <a:ext cx="1929" cy="1929"/>
              <a:chOff x="4541520" y="2512263"/>
              <a:chExt cx="3108960" cy="3108960"/>
            </a:xfrm>
          </p:grpSpPr>
          <p:grpSp>
            <p:nvGrpSpPr>
              <p:cNvPr id="60" name="组合 59"/>
              <p:cNvGrpSpPr/>
              <p:nvPr/>
            </p:nvGrpSpPr>
            <p:grpSpPr>
              <a:xfrm>
                <a:off x="4730750" y="2701493"/>
                <a:ext cx="2730500" cy="2730500"/>
                <a:chOff x="4730750" y="2063750"/>
                <a:chExt cx="2730500" cy="2730500"/>
              </a:xfrm>
            </p:grpSpPr>
            <p:sp>
              <p:nvSpPr>
                <p:cNvPr id="62" name="图形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4733925" y="2066925"/>
                  <a:ext cx="2724150" cy="272415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63" name="图形"/>
                <p:cNvSpPr/>
                <p:nvPr>
                  <p:custDataLst>
                    <p:tags r:id="rId54"/>
                  </p:custDataLst>
                </p:nvPr>
              </p:nvSpPr>
              <p:spPr>
                <a:xfrm rot="10800000">
                  <a:off x="4743450" y="2076450"/>
                  <a:ext cx="2705100" cy="27051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64" name="图形"/>
                <p:cNvSpPr/>
                <p:nvPr>
                  <p:custDataLst>
                    <p:tags r:id="rId55"/>
                  </p:custDataLst>
                </p:nvPr>
              </p:nvSpPr>
              <p:spPr>
                <a:xfrm rot="162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65" name="图形"/>
                <p:cNvSpPr/>
                <p:nvPr>
                  <p:custDataLst>
                    <p:tags r:id="rId56"/>
                  </p:custDataLst>
                </p:nvPr>
              </p:nvSpPr>
              <p:spPr>
                <a:xfrm rot="54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541520" y="2512263"/>
                <a:ext cx="3108960" cy="3108960"/>
                <a:chOff x="4541520" y="1874520"/>
                <a:chExt cx="3108960" cy="3108960"/>
              </a:xfrm>
            </p:grpSpPr>
            <p:sp>
              <p:nvSpPr>
                <p:cNvPr id="68" name="图形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7536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69" name="图形"/>
                <p:cNvSpPr/>
                <p:nvPr>
                  <p:custDataLst>
                    <p:tags r:id="rId50"/>
                  </p:custDataLst>
                </p:nvPr>
              </p:nvSpPr>
              <p:spPr>
                <a:xfrm rot="54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70" name="图形"/>
                <p:cNvSpPr/>
                <p:nvPr>
                  <p:custDataLst>
                    <p:tags r:id="rId51"/>
                  </p:custDataLst>
                </p:nvPr>
              </p:nvSpPr>
              <p:spPr>
                <a:xfrm rot="108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351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71" name="图形"/>
                <p:cNvSpPr/>
                <p:nvPr>
                  <p:custDataLst>
                    <p:tags r:id="rId52"/>
                  </p:custDataLst>
                </p:nvPr>
              </p:nvSpPr>
              <p:spPr>
                <a:xfrm rot="162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</p:grpSp>
        <p:sp>
          <p:nvSpPr>
            <p:cNvPr id="73" name="文本框 72"/>
            <p:cNvSpPr txBox="1"/>
            <p:nvPr>
              <p:custDataLst>
                <p:tags r:id="rId48"/>
              </p:custDataLst>
            </p:nvPr>
          </p:nvSpPr>
          <p:spPr>
            <a:xfrm>
              <a:off x="10836" y="3132"/>
              <a:ext cx="1396" cy="12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25400"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家庭宽带用户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/>
              <a:r>
                <a:rPr lang="en-US" altLang="zh-CN" sz="20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148</a:t>
              </a:r>
              <a:r>
                <a:rPr lang="zh-CN" altLang="en-US" sz="12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万</a:t>
              </a: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10346055" y="2395855"/>
            <a:ext cx="1224915" cy="1224915"/>
            <a:chOff x="15042" y="2796"/>
            <a:chExt cx="1929" cy="1929"/>
          </a:xfrm>
        </p:grpSpPr>
        <p:grpSp>
          <p:nvGrpSpPr>
            <p:cNvPr id="74" name="组合 73"/>
            <p:cNvGrpSpPr/>
            <p:nvPr/>
          </p:nvGrpSpPr>
          <p:grpSpPr>
            <a:xfrm>
              <a:off x="15042" y="2796"/>
              <a:ext cx="1929" cy="1929"/>
              <a:chOff x="4541520" y="2512263"/>
              <a:chExt cx="3108960" cy="3108960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4730750" y="2701493"/>
                <a:ext cx="2730500" cy="2730500"/>
                <a:chOff x="4730750" y="2063750"/>
                <a:chExt cx="2730500" cy="2730500"/>
              </a:xfrm>
            </p:grpSpPr>
            <p:sp>
              <p:nvSpPr>
                <p:cNvPr id="76" name="图形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33925" y="2066925"/>
                  <a:ext cx="2724150" cy="272415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77" name="图形"/>
                <p:cNvSpPr/>
                <p:nvPr>
                  <p:custDataLst>
                    <p:tags r:id="rId45"/>
                  </p:custDataLst>
                </p:nvPr>
              </p:nvSpPr>
              <p:spPr>
                <a:xfrm rot="10800000">
                  <a:off x="4743450" y="2076450"/>
                  <a:ext cx="2705100" cy="27051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78" name="图形"/>
                <p:cNvSpPr/>
                <p:nvPr>
                  <p:custDataLst>
                    <p:tags r:id="rId46"/>
                  </p:custDataLst>
                </p:nvPr>
              </p:nvSpPr>
              <p:spPr>
                <a:xfrm rot="162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79" name="图形"/>
                <p:cNvSpPr/>
                <p:nvPr>
                  <p:custDataLst>
                    <p:tags r:id="rId47"/>
                  </p:custDataLst>
                </p:nvPr>
              </p:nvSpPr>
              <p:spPr>
                <a:xfrm rot="54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4541520" y="2512263"/>
                <a:ext cx="3108960" cy="3108960"/>
                <a:chOff x="4541520" y="1874520"/>
                <a:chExt cx="3108960" cy="3108960"/>
              </a:xfrm>
            </p:grpSpPr>
            <p:sp>
              <p:nvSpPr>
                <p:cNvPr id="81" name="图形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7536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90" name="图形"/>
                <p:cNvSpPr/>
                <p:nvPr>
                  <p:custDataLst>
                    <p:tags r:id="rId41"/>
                  </p:custDataLst>
                </p:nvPr>
              </p:nvSpPr>
              <p:spPr>
                <a:xfrm rot="54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03" name="图形"/>
                <p:cNvSpPr/>
                <p:nvPr>
                  <p:custDataLst>
                    <p:tags r:id="rId42"/>
                  </p:custDataLst>
                </p:nvPr>
              </p:nvSpPr>
              <p:spPr>
                <a:xfrm rot="108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351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12" name="图形"/>
                <p:cNvSpPr/>
                <p:nvPr>
                  <p:custDataLst>
                    <p:tags r:id="rId43"/>
                  </p:custDataLst>
                </p:nvPr>
              </p:nvSpPr>
              <p:spPr>
                <a:xfrm rot="162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</p:grpSp>
        <p:sp>
          <p:nvSpPr>
            <p:cNvPr id="116" name="文本框 115"/>
            <p:cNvSpPr txBox="1"/>
            <p:nvPr>
              <p:custDataLst>
                <p:tags r:id="rId39"/>
              </p:custDataLst>
            </p:nvPr>
          </p:nvSpPr>
          <p:spPr>
            <a:xfrm>
              <a:off x="15309" y="3093"/>
              <a:ext cx="1497" cy="12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25400"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lt"/>
                </a:rPr>
                <a:t>服务机关企事业单位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lt"/>
              </a:endParaRPr>
            </a:p>
            <a:p>
              <a:pPr algn="ctr"/>
              <a:r>
                <a:rPr lang="en-US" altLang="zh-CN" sz="20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2.7</a:t>
              </a:r>
              <a:r>
                <a:rPr lang="zh-CN" altLang="en-US" sz="12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万家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3070860" y="2395855"/>
            <a:ext cx="1224915" cy="1224915"/>
            <a:chOff x="4972" y="2796"/>
            <a:chExt cx="1929" cy="1929"/>
          </a:xfrm>
        </p:grpSpPr>
        <p:grpSp>
          <p:nvGrpSpPr>
            <p:cNvPr id="92" name="组合 91"/>
            <p:cNvGrpSpPr/>
            <p:nvPr/>
          </p:nvGrpSpPr>
          <p:grpSpPr>
            <a:xfrm>
              <a:off x="4972" y="2796"/>
              <a:ext cx="1929" cy="1929"/>
              <a:chOff x="4541520" y="2512263"/>
              <a:chExt cx="3108960" cy="3108960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4730750" y="2701493"/>
                <a:ext cx="2730500" cy="2730500"/>
                <a:chOff x="4730750" y="2063750"/>
                <a:chExt cx="2730500" cy="2730500"/>
              </a:xfrm>
            </p:grpSpPr>
            <p:sp>
              <p:nvSpPr>
                <p:cNvPr id="94" name="图形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4733925" y="2066925"/>
                  <a:ext cx="2724150" cy="272415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95" name="图形"/>
                <p:cNvSpPr/>
                <p:nvPr>
                  <p:custDataLst>
                    <p:tags r:id="rId36"/>
                  </p:custDataLst>
                </p:nvPr>
              </p:nvSpPr>
              <p:spPr>
                <a:xfrm rot="10800000">
                  <a:off x="4743450" y="2076450"/>
                  <a:ext cx="2705100" cy="27051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96" name="图形"/>
                <p:cNvSpPr/>
                <p:nvPr>
                  <p:custDataLst>
                    <p:tags r:id="rId37"/>
                  </p:custDataLst>
                </p:nvPr>
              </p:nvSpPr>
              <p:spPr>
                <a:xfrm rot="162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97" name="图形"/>
                <p:cNvSpPr/>
                <p:nvPr>
                  <p:custDataLst>
                    <p:tags r:id="rId38"/>
                  </p:custDataLst>
                </p:nvPr>
              </p:nvSpPr>
              <p:spPr>
                <a:xfrm rot="5400000">
                  <a:off x="4730750" y="2063750"/>
                  <a:ext cx="2730500" cy="2730500"/>
                </a:xfrm>
                <a:prstGeom prst="arc">
                  <a:avLst>
                    <a:gd name="adj1" fmla="val 14525385"/>
                    <a:gd name="adj2" fmla="val 17837037"/>
                  </a:avLst>
                </a:prstGeom>
                <a:noFill/>
                <a:ln w="19050" cap="flat" cmpd="sng" algn="ctr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  <a:prstDash val="solid"/>
                  <a:miter lim="800000"/>
                  <a:tailEnd type="triangle"/>
                </a:ln>
                <a:effectLst/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  <p:grpSp>
            <p:nvGrpSpPr>
              <p:cNvPr id="98" name="组合 97"/>
              <p:cNvGrpSpPr/>
              <p:nvPr/>
            </p:nvGrpSpPr>
            <p:grpSpPr>
              <a:xfrm>
                <a:off x="4541520" y="2512263"/>
                <a:ext cx="3108960" cy="3108960"/>
                <a:chOff x="4541520" y="1874520"/>
                <a:chExt cx="3108960" cy="3108960"/>
              </a:xfrm>
            </p:grpSpPr>
            <p:sp>
              <p:nvSpPr>
                <p:cNvPr id="99" name="图形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7536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00" name="图形"/>
                <p:cNvSpPr/>
                <p:nvPr>
                  <p:custDataLst>
                    <p:tags r:id="rId32"/>
                  </p:custDataLst>
                </p:nvPr>
              </p:nvSpPr>
              <p:spPr>
                <a:xfrm rot="54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01" name="图形"/>
                <p:cNvSpPr/>
                <p:nvPr>
                  <p:custDataLst>
                    <p:tags r:id="rId33"/>
                  </p:custDataLst>
                </p:nvPr>
              </p:nvSpPr>
              <p:spPr>
                <a:xfrm rot="108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08351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  <p:sp>
              <p:nvSpPr>
                <p:cNvPr id="102" name="图形"/>
                <p:cNvSpPr/>
                <p:nvPr>
                  <p:custDataLst>
                    <p:tags r:id="rId34"/>
                  </p:custDataLst>
                </p:nvPr>
              </p:nvSpPr>
              <p:spPr>
                <a:xfrm rot="16200000">
                  <a:off x="4541520" y="1874520"/>
                  <a:ext cx="3108960" cy="3108960"/>
                </a:xfrm>
                <a:prstGeom prst="arc">
                  <a:avLst>
                    <a:gd name="adj1" fmla="val 14359864"/>
                    <a:gd name="adj2" fmla="val 18124232"/>
                  </a:avLst>
                </a:prstGeom>
                <a:noFill/>
                <a:ln w="19050">
                  <a:gradFill>
                    <a:gsLst>
                      <a:gs pos="0">
                        <a:srgbClr val="00D9FF"/>
                      </a:gs>
                      <a:gs pos="100000">
                        <a:srgbClr val="0E002E">
                          <a:alpha val="0"/>
                        </a:srgbClr>
                      </a:gs>
                    </a:gsLst>
                    <a:lin ang="10800000" scaled="1"/>
                  </a:gradFill>
                </a:ln>
              </p:spPr>
              <p:style>
                <a:lnRef idx="2">
                  <a:srgbClr val="0010E6">
                    <a:shade val="50000"/>
                  </a:srgbClr>
                </a:lnRef>
                <a:fillRef idx="1">
                  <a:srgbClr val="0010E6"/>
                </a:fillRef>
                <a:effectRef idx="0">
                  <a:srgbClr val="0010E6"/>
                </a:effectRef>
                <a:fontRef idx="minor">
                  <a:srgbClr val="FFFFFF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00">
                    <a:cs typeface="字魂58号-创中黑" panose="00000500000000000000" charset="-122"/>
                    <a:sym typeface="字魂58号-创中黑" panose="00000500000000000000" charset="-122"/>
                  </a:endParaRPr>
                </a:p>
              </p:txBody>
            </p:sp>
          </p:grpSp>
        </p:grpSp>
        <p:sp>
          <p:nvSpPr>
            <p:cNvPr id="104" name="文本框 103"/>
            <p:cNvSpPr txBox="1"/>
            <p:nvPr>
              <p:custDataLst>
                <p:tags r:id="rId30"/>
              </p:custDataLst>
            </p:nvPr>
          </p:nvSpPr>
          <p:spPr>
            <a:xfrm>
              <a:off x="5233" y="3165"/>
              <a:ext cx="1581" cy="12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25400"/>
            </a:bodyPr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传输光缆</a:t>
              </a:r>
            </a:p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总长</a:t>
              </a:r>
            </a:p>
            <a:p>
              <a:pPr algn="ctr"/>
              <a:r>
                <a:rPr lang="en-US" altLang="zh-CN" sz="20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22</a:t>
              </a:r>
              <a:r>
                <a:rPr lang="zh-CN" altLang="en-US" sz="1200" b="1" dirty="0">
                  <a:solidFill>
                    <a:srgbClr val="1184C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万公里</a:t>
              </a:r>
            </a:p>
          </p:txBody>
        </p:sp>
      </p:grpSp>
      <p:sp>
        <p:nvSpPr>
          <p:cNvPr id="49" name="文本框 48"/>
          <p:cNvSpPr txBox="1"/>
          <p:nvPr>
            <p:custDataLst>
              <p:tags r:id="rId4"/>
            </p:custDataLst>
          </p:nvPr>
        </p:nvSpPr>
        <p:spPr>
          <a:xfrm>
            <a:off x="3982085" y="4724400"/>
            <a:ext cx="20840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打通嘉兴第一个3G电话</a:t>
            </a:r>
          </a:p>
        </p:txBody>
      </p:sp>
      <p:cxnSp>
        <p:nvCxnSpPr>
          <p:cNvPr id="8" name="直接箭头连接符 7"/>
          <p:cNvCxnSpPr/>
          <p:nvPr>
            <p:custDataLst>
              <p:tags r:id="rId5"/>
            </p:custDataLst>
          </p:nvPr>
        </p:nvCxnSpPr>
        <p:spPr>
          <a:xfrm flipV="1">
            <a:off x="264795" y="5204460"/>
            <a:ext cx="11341735" cy="698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任意多边形 28"/>
          <p:cNvSpPr/>
          <p:nvPr>
            <p:custDataLst>
              <p:tags r:id="rId6"/>
            </p:custDataLst>
          </p:nvPr>
        </p:nvSpPr>
        <p:spPr bwMode="auto">
          <a:xfrm>
            <a:off x="339090" y="4659630"/>
            <a:ext cx="1953895" cy="45402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5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14400" y="4221480"/>
            <a:ext cx="154305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嘉兴移动正式成立</a:t>
            </a:r>
          </a:p>
        </p:txBody>
      </p:sp>
      <p:sp>
        <p:nvSpPr>
          <p:cNvPr id="31" name="Rectangle 5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98575" y="4940300"/>
            <a:ext cx="930910" cy="41592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2002年</a:t>
            </a:r>
          </a:p>
        </p:txBody>
      </p:sp>
      <p:sp>
        <p:nvSpPr>
          <p:cNvPr id="9" name="Rectangle 5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0" y="5183505"/>
            <a:ext cx="1043940" cy="41592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2009年</a:t>
            </a:r>
          </a:p>
        </p:txBody>
      </p:sp>
      <p:sp>
        <p:nvSpPr>
          <p:cNvPr id="10" name="Rectangle 5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82210" y="4940300"/>
            <a:ext cx="883285" cy="41592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2014年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5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23380" y="5164455"/>
            <a:ext cx="1012825" cy="41592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2019年</a:t>
            </a: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 bwMode="auto">
          <a:xfrm flipV="1">
            <a:off x="1717040" y="5394960"/>
            <a:ext cx="1804670" cy="45783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5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069465" y="5780405"/>
            <a:ext cx="187960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2G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网络正式商用</a:t>
            </a:r>
          </a:p>
        </p:txBody>
      </p:sp>
      <p:sp>
        <p:nvSpPr>
          <p:cNvPr id="45" name="文本框 44"/>
          <p:cNvSpPr txBox="1"/>
          <p:nvPr>
            <p:custDataLst>
              <p:tags r:id="rId14"/>
            </p:custDataLst>
          </p:nvPr>
        </p:nvSpPr>
        <p:spPr>
          <a:xfrm>
            <a:off x="1826895" y="5515610"/>
            <a:ext cx="268541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率先在全省实现全地区开通GPRS</a:t>
            </a: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 bwMode="auto">
          <a:xfrm>
            <a:off x="3786505" y="4678680"/>
            <a:ext cx="1953895" cy="45402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5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137025" y="4234815"/>
            <a:ext cx="187960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3G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网络正式商用</a:t>
            </a:r>
          </a:p>
        </p:txBody>
      </p:sp>
      <p:sp>
        <p:nvSpPr>
          <p:cNvPr id="48" name="任意多边形 47"/>
          <p:cNvSpPr/>
          <p:nvPr>
            <p:custDataLst>
              <p:tags r:id="rId17"/>
            </p:custDataLst>
          </p:nvPr>
        </p:nvSpPr>
        <p:spPr bwMode="auto">
          <a:xfrm flipV="1">
            <a:off x="5379085" y="5311140"/>
            <a:ext cx="1804670" cy="55816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Rectangle 5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740400" y="5755640"/>
            <a:ext cx="187960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4G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网络正式商用</a:t>
            </a:r>
          </a:p>
        </p:txBody>
      </p:sp>
      <p:sp>
        <p:nvSpPr>
          <p:cNvPr id="51" name="文本框 50"/>
          <p:cNvSpPr txBox="1"/>
          <p:nvPr>
            <p:custDataLst>
              <p:tags r:id="rId19"/>
            </p:custDataLst>
          </p:nvPr>
        </p:nvSpPr>
        <p:spPr>
          <a:xfrm>
            <a:off x="5883910" y="5538470"/>
            <a:ext cx="192024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打通嘉兴第一个4G+高清语音电话</a:t>
            </a:r>
          </a:p>
        </p:txBody>
      </p:sp>
      <p:sp>
        <p:nvSpPr>
          <p:cNvPr id="52" name="任意多边形 51"/>
          <p:cNvSpPr/>
          <p:nvPr>
            <p:custDataLst>
              <p:tags r:id="rId20"/>
            </p:custDataLst>
          </p:nvPr>
        </p:nvSpPr>
        <p:spPr bwMode="auto">
          <a:xfrm>
            <a:off x="7245985" y="4678045"/>
            <a:ext cx="1953895" cy="45402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5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513320" y="4221480"/>
            <a:ext cx="187960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网络正式商用</a:t>
            </a:r>
          </a:p>
        </p:txBody>
      </p:sp>
      <p:sp>
        <p:nvSpPr>
          <p:cNvPr id="54" name="文本框 53"/>
          <p:cNvSpPr txBox="1"/>
          <p:nvPr>
            <p:custDataLst>
              <p:tags r:id="rId22"/>
            </p:custDataLst>
          </p:nvPr>
        </p:nvSpPr>
        <p:spPr>
          <a:xfrm>
            <a:off x="7467600" y="4724400"/>
            <a:ext cx="233870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建成嘉兴第一个5G商用标准基站</a:t>
            </a: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 bwMode="auto">
          <a:xfrm flipV="1">
            <a:off x="8523605" y="5235575"/>
            <a:ext cx="2279015" cy="604520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5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8956040" y="5795010"/>
            <a:ext cx="2393950" cy="426720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全千兆“智慧之城”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率先</a:t>
            </a:r>
            <a:r>
              <a:rPr 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建成</a:t>
            </a:r>
            <a:endParaRPr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5"/>
            </p:custDataLst>
          </p:nvPr>
        </p:nvSpPr>
        <p:spPr>
          <a:xfrm>
            <a:off x="9027160" y="5555615"/>
            <a:ext cx="26035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行政村全覆盖，千兆入户建成达成率100%</a:t>
            </a:r>
          </a:p>
        </p:txBody>
      </p:sp>
      <p:sp>
        <p:nvSpPr>
          <p:cNvPr id="21" name="Rectangle 56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804150" y="4932045"/>
            <a:ext cx="1687195" cy="32829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2022年</a:t>
            </a:r>
          </a:p>
        </p:txBody>
      </p:sp>
      <p:sp>
        <p:nvSpPr>
          <p:cNvPr id="4" name="Rectangle 56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9422765" y="5252085"/>
            <a:ext cx="1687195" cy="32829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2025年</a:t>
            </a:r>
          </a:p>
        </p:txBody>
      </p:sp>
      <p:sp>
        <p:nvSpPr>
          <p:cNvPr id="7" name="Rectangle 56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0068560" y="4221480"/>
            <a:ext cx="2006600" cy="539115"/>
          </a:xfrm>
          <a:prstGeom prst="rect">
            <a:avLst/>
          </a:prstGeom>
          <a:noFill/>
          <a:ln w="6350" cmpd="sng">
            <a:noFill/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2B6EC"/>
                </a:solidFill>
              </a14:hiddenFill>
            </a:ext>
          </a:extLst>
        </p:spPr>
        <p:txBody>
          <a:bodyPr anchor="ctr" anchorCtr="0"/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中国移动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长三角（嘉善）</a:t>
            </a: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智算中心开工建设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29"/>
            </p:custDataLst>
          </p:nvPr>
        </p:nvSpPr>
        <p:spPr bwMode="auto">
          <a:xfrm>
            <a:off x="10260965" y="4757420"/>
            <a:ext cx="1496695" cy="454025"/>
          </a:xfrm>
          <a:custGeom>
            <a:avLst/>
            <a:gdLst>
              <a:gd name="connsiteX0" fmla="*/ 0 w 798286"/>
              <a:gd name="connsiteY0" fmla="*/ 406400 h 406400"/>
              <a:gd name="connsiteX1" fmla="*/ 261257 w 798286"/>
              <a:gd name="connsiteY1" fmla="*/ 0 h 406400"/>
              <a:gd name="connsiteX2" fmla="*/ 798286 w 798286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8286" h="406400">
                <a:moveTo>
                  <a:pt x="0" y="406400"/>
                </a:moveTo>
                <a:lnTo>
                  <a:pt x="261257" y="0"/>
                </a:lnTo>
                <a:lnTo>
                  <a:pt x="798286" y="0"/>
                </a:lnTo>
              </a:path>
            </a:pathLst>
          </a:custGeom>
          <a:noFill/>
          <a:ln w="6350">
            <a:solidFill>
              <a:srgbClr val="00DDE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35"/>
          <p:cNvSpPr txBox="1"/>
          <p:nvPr>
            <p:custDataLst>
              <p:tags r:id="rId2"/>
            </p:custDataLst>
          </p:nvPr>
        </p:nvSpPr>
        <p:spPr>
          <a:xfrm>
            <a:off x="357505" y="679451"/>
            <a:ext cx="11405235" cy="1185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noAutofit/>
          </a:bodyPr>
          <a:lstStyle/>
          <a:p>
            <a:pPr lvl="0" indent="406400" algn="l" fontAlgn="auto">
              <a:lnSpc>
                <a:spcPct val="15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我们始终牢记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“央企姓党”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的政治本色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牢牢把握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“建强优质网络服务民生、发挥信息技术优势服务经济”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两个定位，扎实履行央企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经济、政治、社会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三大责任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ea"/>
              </a:rPr>
              <a:t>，在浙江移动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“善知善行、惟实惟新”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pitchFamily="2" charset="-122"/>
                <a:sym typeface="+mn-ea"/>
              </a:rPr>
              <a:t>的工作文化指引下，传承和发扬嘉兴公司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“做最好”执行文化。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2905" y="2034540"/>
            <a:ext cx="5611495" cy="4521200"/>
            <a:chOff x="10313" y="4152"/>
            <a:chExt cx="4565" cy="4257"/>
          </a:xfrm>
        </p:grpSpPr>
        <p:sp>
          <p:nvSpPr>
            <p:cNvPr id="8" name="矩形 7"/>
            <p:cNvSpPr/>
            <p:nvPr>
              <p:custDataLst>
                <p:tags r:id="rId21"/>
              </p:custDataLst>
            </p:nvPr>
          </p:nvSpPr>
          <p:spPr>
            <a:xfrm>
              <a:off x="10313" y="4230"/>
              <a:ext cx="4565" cy="4179"/>
            </a:xfrm>
            <a:prstGeom prst="rect">
              <a:avLst/>
            </a:prstGeom>
            <a:noFill/>
            <a:ln w="3175" cmpd="sng">
              <a:solidFill>
                <a:srgbClr val="BCDAE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0955" y="4152"/>
              <a:ext cx="3280" cy="411"/>
              <a:chOff x="5845" y="4694"/>
              <a:chExt cx="3276" cy="382"/>
            </a:xfrm>
            <a:solidFill>
              <a:srgbClr val="BCDAEF"/>
            </a:solidFill>
          </p:grpSpPr>
          <p:grpSp>
            <p:nvGrpSpPr>
              <p:cNvPr id="10" name="组合 9"/>
              <p:cNvGrpSpPr/>
              <p:nvPr/>
            </p:nvGrpSpPr>
            <p:grpSpPr>
              <a:xfrm>
                <a:off x="5845" y="4694"/>
                <a:ext cx="3277" cy="383"/>
                <a:chOff x="12150" y="1698"/>
                <a:chExt cx="4624" cy="567"/>
              </a:xfrm>
              <a:grpFill/>
            </p:grpSpPr>
            <p:sp>
              <p:nvSpPr>
                <p:cNvPr id="11" name="梯形 1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2150" y="1698"/>
                  <a:ext cx="4625" cy="111"/>
                </a:xfrm>
                <a:prstGeom prst="trapezoid">
                  <a:avLst>
                    <a:gd name="adj" fmla="val 107452"/>
                  </a:avLst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12" name="流程图: 离页连接符 1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2413" y="1711"/>
                  <a:ext cx="4099" cy="554"/>
                </a:xfrm>
                <a:prstGeom prst="flowChartOffpageConnector">
                  <a:avLst/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</p:grpSp>
          <p:sp>
            <p:nvSpPr>
              <p:cNvPr id="13" name="TextBox 31"/>
              <p:cNvSpPr/>
              <p:nvPr>
                <p:custDataLst>
                  <p:tags r:id="rId22"/>
                </p:custDataLst>
              </p:nvPr>
            </p:nvSpPr>
            <p:spPr>
              <a:xfrm>
                <a:off x="6417" y="4694"/>
                <a:ext cx="219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lstStyle/>
              <a:p>
                <a:pPr lvl="0" algn="ctr" defTabSz="1219200" eaLnBrk="0" fontAlgn="base" hangingPunct="0">
                  <a:buClrTx/>
                  <a:buSzTx/>
                  <a:buFontTx/>
                  <a:defRPr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争先创优屡获佳绩</a:t>
                </a:r>
                <a:endParaRPr lang="zh-CN" altLang="en-US" b="1" kern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黑体" panose="02010609060101010101" pitchFamily="49" charset="-122"/>
                  <a:sym typeface="+mn-ea"/>
                </a:endParaRPr>
              </a:p>
            </p:txBody>
          </p:sp>
        </p:grpSp>
      </p:grpSp>
      <p:pic>
        <p:nvPicPr>
          <p:cNvPr id="86" name="图片 85" descr="331406e22d4e58cb11106a84d89431a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91185" y="5639435"/>
            <a:ext cx="1158875" cy="747395"/>
          </a:xfrm>
          <a:prstGeom prst="roundRect">
            <a:avLst>
              <a:gd name="adj" fmla="val 0"/>
            </a:avLst>
          </a:prstGeom>
          <a:ln>
            <a:noFill/>
          </a:ln>
        </p:spPr>
      </p:pic>
      <p:sp>
        <p:nvSpPr>
          <p:cNvPr id="87" name="文本框 86"/>
          <p:cNvSpPr txBox="1"/>
          <p:nvPr>
            <p:custDataLst>
              <p:tags r:id="rId4"/>
            </p:custDataLst>
          </p:nvPr>
        </p:nvSpPr>
        <p:spPr>
          <a:xfrm>
            <a:off x="383540" y="2432685"/>
            <a:ext cx="3963035" cy="3035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全国文明单位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获评全国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“工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人先锋号”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“中央企业基层示范党支部”</a:t>
            </a:r>
            <a:endParaRPr lang="zh-CN" altLang="en-US" sz="1400" dirty="0" err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“浙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江省五一劳动奖状”</a:t>
            </a:r>
            <a:endParaRPr lang="zh-CN" altLang="en-US" sz="1400" dirty="0" err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“首批浙江省企业文化中心”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“中国移动企业文化示范基地”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“创建全国文明城市工作先进集体”</a:t>
            </a:r>
            <a:endParaRPr lang="en-US" altLang="zh-CN" sz="1400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“中央企业五四红旗团支部”</a:t>
            </a:r>
            <a:endParaRPr lang="en-US" altLang="zh-CN" sz="1400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400" spc="-4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获评</a:t>
            </a:r>
            <a:r>
              <a:rPr lang="zh-CN" altLang="en-US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“全国优秀质量信得过班组”</a:t>
            </a:r>
            <a:endParaRPr lang="en-US" altLang="zh-CN" sz="1400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19" name="图片 118" descr="集体1.全国文明单位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354195" y="2469515"/>
            <a:ext cx="1551305" cy="1052195"/>
          </a:xfrm>
          <a:prstGeom prst="rect">
            <a:avLst/>
          </a:prstGeom>
          <a:ln>
            <a:noFill/>
          </a:ln>
        </p:spPr>
      </p:pic>
      <p:pic>
        <p:nvPicPr>
          <p:cNvPr id="123" name="图片 122" descr="集体3.全国工人先锋号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/>
          <a:srcRect l="-293"/>
          <a:stretch>
            <a:fillRect/>
          </a:stretch>
        </p:blipFill>
        <p:spPr>
          <a:xfrm rot="16200000">
            <a:off x="4615815" y="3651885"/>
            <a:ext cx="1022351" cy="1545591"/>
          </a:xfrm>
          <a:prstGeom prst="rect">
            <a:avLst/>
          </a:prstGeom>
          <a:ln>
            <a:noFill/>
          </a:ln>
        </p:spPr>
      </p:pic>
      <p:pic>
        <p:nvPicPr>
          <p:cNvPr id="124" name="图片 12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354195" y="5327651"/>
            <a:ext cx="1545591" cy="1057911"/>
          </a:xfrm>
          <a:prstGeom prst="rect">
            <a:avLst/>
          </a:prstGeom>
          <a:ln>
            <a:noFill/>
          </a:ln>
        </p:spPr>
      </p:pic>
      <p:pic>
        <p:nvPicPr>
          <p:cNvPr id="126" name="图片 125" descr="集体8.浙江省企业文化建设示范单位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/>
          <a:srcRect/>
          <a:stretch>
            <a:fillRect/>
          </a:stretch>
        </p:blipFill>
        <p:spPr>
          <a:xfrm>
            <a:off x="1851025" y="5639435"/>
            <a:ext cx="1112520" cy="746125"/>
          </a:xfrm>
          <a:prstGeom prst="rect">
            <a:avLst/>
          </a:prstGeom>
          <a:ln>
            <a:noFill/>
          </a:ln>
        </p:spPr>
      </p:pic>
      <p:pic>
        <p:nvPicPr>
          <p:cNvPr id="127" name="图片 126" descr="集团企业文化示范单位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064511" y="5639435"/>
            <a:ext cx="1161415" cy="757555"/>
          </a:xfrm>
          <a:prstGeom prst="rect">
            <a:avLst/>
          </a:prstGeom>
          <a:ln>
            <a:noFill/>
          </a:ln>
        </p:spPr>
      </p:pic>
      <p:grpSp>
        <p:nvGrpSpPr>
          <p:cNvPr id="42" name="组合 41"/>
          <p:cNvGrpSpPr/>
          <p:nvPr/>
        </p:nvGrpSpPr>
        <p:grpSpPr>
          <a:xfrm>
            <a:off x="6207760" y="2033905"/>
            <a:ext cx="5611495" cy="4511675"/>
            <a:chOff x="10313" y="4152"/>
            <a:chExt cx="4565" cy="4257"/>
          </a:xfrm>
        </p:grpSpPr>
        <p:sp>
          <p:nvSpPr>
            <p:cNvPr id="43" name="矩形 42"/>
            <p:cNvSpPr/>
            <p:nvPr>
              <p:custDataLst>
                <p:tags r:id="rId17"/>
              </p:custDataLst>
            </p:nvPr>
          </p:nvSpPr>
          <p:spPr>
            <a:xfrm>
              <a:off x="10313" y="4230"/>
              <a:ext cx="4565" cy="4179"/>
            </a:xfrm>
            <a:prstGeom prst="rect">
              <a:avLst/>
            </a:prstGeom>
            <a:noFill/>
            <a:ln w="3175" cmpd="sng">
              <a:solidFill>
                <a:srgbClr val="BCDAE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0955" y="4152"/>
              <a:ext cx="3280" cy="411"/>
              <a:chOff x="5845" y="4694"/>
              <a:chExt cx="3276" cy="382"/>
            </a:xfrm>
            <a:solidFill>
              <a:srgbClr val="BCDAEF"/>
            </a:solidFill>
          </p:grpSpPr>
          <p:grpSp>
            <p:nvGrpSpPr>
              <p:cNvPr id="45" name="组合 44"/>
              <p:cNvGrpSpPr/>
              <p:nvPr/>
            </p:nvGrpSpPr>
            <p:grpSpPr>
              <a:xfrm>
                <a:off x="5845" y="4694"/>
                <a:ext cx="3277" cy="383"/>
                <a:chOff x="12150" y="1698"/>
                <a:chExt cx="4624" cy="567"/>
              </a:xfrm>
              <a:grpFill/>
            </p:grpSpPr>
            <p:sp>
              <p:nvSpPr>
                <p:cNvPr id="46" name="梯形 4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2150" y="1698"/>
                  <a:ext cx="4625" cy="111"/>
                </a:xfrm>
                <a:prstGeom prst="trapezoid">
                  <a:avLst>
                    <a:gd name="adj" fmla="val 107452"/>
                  </a:avLst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7" name="流程图: 离页连接符 46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2413" y="1711"/>
                  <a:ext cx="4099" cy="554"/>
                </a:xfrm>
                <a:prstGeom prst="flowChartOffpageConnector">
                  <a:avLst/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</p:grpSp>
          <p:sp>
            <p:nvSpPr>
              <p:cNvPr id="48" name="TextBox 31"/>
              <p:cNvSpPr/>
              <p:nvPr>
                <p:custDataLst>
                  <p:tags r:id="rId18"/>
                </p:custDataLst>
              </p:nvPr>
            </p:nvSpPr>
            <p:spPr>
              <a:xfrm>
                <a:off x="6417" y="4694"/>
                <a:ext cx="219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lstStyle/>
              <a:p>
                <a:pPr lvl="0" algn="ctr" defTabSz="1219200" eaLnBrk="0" fontAlgn="base" hangingPunct="0">
                  <a:buClrTx/>
                  <a:buSzTx/>
                  <a:buFontTx/>
                  <a:defRPr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传承发扬企业文化</a:t>
                </a:r>
                <a:endParaRPr lang="zh-CN" altLang="en-US" b="1" kern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黑体" panose="02010609060101010101" pitchFamily="49" charset="-122"/>
                  <a:sym typeface="+mn-ea"/>
                </a:endParaRPr>
              </a:p>
            </p:txBody>
          </p:sp>
        </p:grpSp>
      </p:grpSp>
      <p:sp>
        <p:nvSpPr>
          <p:cNvPr id="49" name="矩形: 圆角 24"/>
          <p:cNvSpPr/>
          <p:nvPr>
            <p:custDataLst>
              <p:tags r:id="rId10"/>
            </p:custDataLst>
          </p:nvPr>
        </p:nvSpPr>
        <p:spPr>
          <a:xfrm>
            <a:off x="6381115" y="2504440"/>
            <a:ext cx="2146300" cy="574675"/>
          </a:xfrm>
          <a:prstGeom prst="roundRect">
            <a:avLst>
              <a:gd name="adj" fmla="val 13039"/>
            </a:avLst>
          </a:prstGeom>
          <a:noFill/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R="0" lvl="0" algn="ctr" defTabSz="12192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集团公司</a:t>
            </a:r>
          </a:p>
          <a:p>
            <a:pPr marR="0" lvl="0" algn="ctr" defTabSz="12192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新定位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8881111" y="2406651"/>
            <a:ext cx="2957195" cy="6673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世界一流信息服务科技创新公司</a:t>
            </a:r>
          </a:p>
        </p:txBody>
      </p:sp>
      <p:sp>
        <p:nvSpPr>
          <p:cNvPr id="51" name="矩形: 圆角 24"/>
          <p:cNvSpPr/>
          <p:nvPr>
            <p:custDataLst>
              <p:tags r:id="rId11"/>
            </p:custDataLst>
          </p:nvPr>
        </p:nvSpPr>
        <p:spPr>
          <a:xfrm>
            <a:off x="6371590" y="3180715"/>
            <a:ext cx="2164080" cy="622935"/>
          </a:xfrm>
          <a:prstGeom prst="roundRect">
            <a:avLst>
              <a:gd name="adj" fmla="val 13039"/>
            </a:avLst>
          </a:prstGeom>
          <a:noFill/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algn="ctr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浙江公司</a:t>
            </a:r>
          </a:p>
          <a:p>
            <a:pPr marL="0" marR="0" lvl="0" algn="ctr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新目标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9019223" y="3181985"/>
            <a:ext cx="2806065" cy="6832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创“一流企业”标杆 </a:t>
            </a:r>
          </a:p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做“两个先行”表率</a:t>
            </a:r>
          </a:p>
        </p:txBody>
      </p:sp>
      <p:sp>
        <p:nvSpPr>
          <p:cNvPr id="55" name="矩形: 圆角 24"/>
          <p:cNvSpPr/>
          <p:nvPr>
            <p:custDataLst>
              <p:tags r:id="rId12"/>
            </p:custDataLst>
          </p:nvPr>
        </p:nvSpPr>
        <p:spPr>
          <a:xfrm>
            <a:off x="7054851" y="3912871"/>
            <a:ext cx="1480185" cy="680400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中国移动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核心价值观</a:t>
            </a:r>
          </a:p>
        </p:txBody>
      </p:sp>
      <p:sp>
        <p:nvSpPr>
          <p:cNvPr id="56" name="矩形: 圆角 24"/>
          <p:cNvSpPr/>
          <p:nvPr>
            <p:custDataLst>
              <p:tags r:id="rId13"/>
            </p:custDataLst>
          </p:nvPr>
        </p:nvSpPr>
        <p:spPr>
          <a:xfrm>
            <a:off x="7054851" y="4702491"/>
            <a:ext cx="1480185" cy="678815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浙江公司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工作文化</a:t>
            </a:r>
          </a:p>
        </p:txBody>
      </p:sp>
      <p:sp>
        <p:nvSpPr>
          <p:cNvPr id="57" name="Line 73"/>
          <p:cNvSpPr>
            <a:spLocks noChangeShapeType="1"/>
          </p:cNvSpPr>
          <p:nvPr/>
        </p:nvSpPr>
        <p:spPr bwMode="auto">
          <a:xfrm>
            <a:off x="8535035" y="4213860"/>
            <a:ext cx="360045" cy="63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32"/>
          <a:srcRect/>
          <a:stretch>
            <a:fillRect/>
          </a:stretch>
        </p:blipFill>
        <p:spPr>
          <a:xfrm>
            <a:off x="9027479" y="3998595"/>
            <a:ext cx="2789555" cy="419735"/>
          </a:xfrm>
          <a:prstGeom prst="rect">
            <a:avLst/>
          </a:prstGeom>
        </p:spPr>
      </p:pic>
      <p:sp>
        <p:nvSpPr>
          <p:cNvPr id="60" name="Line 73"/>
          <p:cNvSpPr>
            <a:spLocks noChangeShapeType="1"/>
          </p:cNvSpPr>
          <p:nvPr/>
        </p:nvSpPr>
        <p:spPr bwMode="auto">
          <a:xfrm>
            <a:off x="8551545" y="5052060"/>
            <a:ext cx="360045" cy="63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85568" y="4782820"/>
            <a:ext cx="2873375" cy="464820"/>
          </a:xfrm>
          <a:prstGeom prst="rect">
            <a:avLst/>
          </a:prstGeom>
        </p:spPr>
      </p:pic>
      <p:sp>
        <p:nvSpPr>
          <p:cNvPr id="63" name="矩形: 圆角 24"/>
          <p:cNvSpPr/>
          <p:nvPr>
            <p:custDataLst>
              <p:tags r:id="rId14"/>
            </p:custDataLst>
          </p:nvPr>
        </p:nvSpPr>
        <p:spPr>
          <a:xfrm>
            <a:off x="7054851" y="5691820"/>
            <a:ext cx="1480185" cy="678815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嘉兴公司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执行文化</a:t>
            </a:r>
          </a:p>
        </p:txBody>
      </p:sp>
      <p:sp>
        <p:nvSpPr>
          <p:cNvPr id="65" name="Line 73"/>
          <p:cNvSpPr>
            <a:spLocks noChangeShapeType="1"/>
          </p:cNvSpPr>
          <p:nvPr/>
        </p:nvSpPr>
        <p:spPr bwMode="auto">
          <a:xfrm>
            <a:off x="8551545" y="6041391"/>
            <a:ext cx="360045" cy="63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8" name="矩形: 圆角 24"/>
          <p:cNvSpPr/>
          <p:nvPr>
            <p:custDataLst>
              <p:tags r:id="rId15"/>
            </p:custDataLst>
          </p:nvPr>
        </p:nvSpPr>
        <p:spPr>
          <a:xfrm>
            <a:off x="6388735" y="3913505"/>
            <a:ext cx="513080" cy="2533015"/>
          </a:xfrm>
          <a:prstGeom prst="roundRect">
            <a:avLst>
              <a:gd name="adj" fmla="val 13039"/>
            </a:avLst>
          </a:prstGeom>
          <a:solidFill>
            <a:srgbClr val="C00000"/>
          </a:solidFill>
          <a:ln w="6350" cap="flat">
            <a:noFill/>
            <a:prstDash val="dash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normalizeH="0" baseline="0" dirty="0">
                <a:solidFill>
                  <a:srgbClr val="FFFF00"/>
                </a:solidFill>
                <a:latin typeface="华康行楷体 W5" panose="03000509000000000000" charset="-122"/>
                <a:ea typeface="华康行楷体 W5" panose="03000509000000000000" charset="-122"/>
                <a:cs typeface="Arial" panose="020B0604020202020204" pitchFamily="34" charset="0"/>
              </a:rPr>
              <a:t>文化体系</a:t>
            </a:r>
          </a:p>
        </p:txBody>
      </p:sp>
      <p:sp>
        <p:nvSpPr>
          <p:cNvPr id="69" name="Line 73"/>
          <p:cNvSpPr>
            <a:spLocks noChangeShapeType="1"/>
          </p:cNvSpPr>
          <p:nvPr/>
        </p:nvSpPr>
        <p:spPr bwMode="auto">
          <a:xfrm>
            <a:off x="8558531" y="2736215"/>
            <a:ext cx="360045" cy="63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0" name="Line 73"/>
          <p:cNvSpPr>
            <a:spLocks noChangeShapeType="1"/>
          </p:cNvSpPr>
          <p:nvPr/>
        </p:nvSpPr>
        <p:spPr bwMode="auto">
          <a:xfrm>
            <a:off x="8559800" y="3524885"/>
            <a:ext cx="360045" cy="635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51975" y="5342891"/>
            <a:ext cx="1940560" cy="1157605"/>
          </a:xfrm>
          <a:prstGeom prst="rect">
            <a:avLst/>
          </a:prstGeom>
        </p:spPr>
      </p:pic>
      <p:sp>
        <p:nvSpPr>
          <p:cNvPr id="2" name="标题 1"/>
          <p:cNvSpPr txBox="1"/>
          <p:nvPr>
            <p:custDataLst>
              <p:tags r:id="rId16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altLang="en-US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企业文化</a:t>
            </a:r>
            <a:r>
              <a:rPr lang="en-US" altLang="zh-CN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&amp;</a:t>
            </a:r>
            <a:r>
              <a:rPr lang="zh-CN" altLang="en-US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荣誉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 txBox="1"/>
          <p:nvPr>
            <p:custDataLst>
              <p:tags r:id="rId2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组织架构</a:t>
            </a:r>
          </a:p>
        </p:txBody>
      </p:sp>
      <p:sp>
        <p:nvSpPr>
          <p:cNvPr id="68" name="文本框 35"/>
          <p:cNvSpPr txBox="1"/>
          <p:nvPr/>
        </p:nvSpPr>
        <p:spPr>
          <a:xfrm>
            <a:off x="407035" y="908685"/>
            <a:ext cx="11449685" cy="829945"/>
          </a:xfrm>
          <a:prstGeom prst="rect">
            <a:avLst/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>
            <a:spAutoFit/>
          </a:bodyPr>
          <a:lstStyle/>
          <a:p>
            <a:pPr indent="406400" fontAlgn="auto">
              <a:lnSpc>
                <a:spcPct val="150000"/>
              </a:lnSpc>
              <a:buClr>
                <a:srgbClr val="000000"/>
              </a:buClr>
              <a:buNone/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嘉兴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公司现设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部门（含工会），下设嘉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禾、嘉善、平湖、海盐、海宁和桐乡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6个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区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县分公司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，分公司下设共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46个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网格。公司现有员工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1249人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，平均年龄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39.5周岁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，本科及以上学历占比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89.2%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，研究生及以上占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14.5%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  <a:sym typeface="+mn-ea"/>
              </a:rPr>
              <a:t>。</a:t>
            </a:r>
          </a:p>
        </p:txBody>
      </p:sp>
      <p:sp>
        <p:nvSpPr>
          <p:cNvPr id="6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0965" y="2048511"/>
            <a:ext cx="1980565" cy="365760"/>
          </a:xfrm>
          <a:prstGeom prst="rect">
            <a:avLst/>
          </a:prstGeom>
          <a:solidFill>
            <a:srgbClr val="109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7" rIns="91436" bIns="45717" anchor="ctr" anchorCtr="0"/>
          <a:lstStyle/>
          <a:p>
            <a:pPr algn="ctr" eaLnBrk="0" hangingPunct="0"/>
            <a:r>
              <a: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嘉兴分公司</a:t>
            </a:r>
          </a:p>
        </p:txBody>
      </p:sp>
      <p:cxnSp>
        <p:nvCxnSpPr>
          <p:cNvPr id="70" name="直接连接符 69"/>
          <p:cNvCxnSpPr/>
          <p:nvPr/>
        </p:nvCxnSpPr>
        <p:spPr>
          <a:xfrm flipH="1">
            <a:off x="6601113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71" name="矩形 70"/>
          <p:cNvSpPr/>
          <p:nvPr/>
        </p:nvSpPr>
        <p:spPr>
          <a:xfrm>
            <a:off x="347980" y="2882265"/>
            <a:ext cx="7567295" cy="326834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ysClr val="window" lastClr="FFFFFF">
                    <a:lumMod val="95000"/>
                  </a:sysClr>
                </a:solidFill>
              </a14:hiddenFill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91436" tIns="45717" rIns="91436" bIns="45717"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7952740" y="2886711"/>
            <a:ext cx="3833495" cy="3034665"/>
          </a:xfrm>
          <a:prstGeom prst="rect">
            <a:avLst/>
          </a:prstGeom>
          <a:noFill/>
          <a:ln w="12700" cap="flat" cmpd="sng" algn="ctr">
            <a:solidFill>
              <a:srgbClr val="A5A5A5">
                <a:lumMod val="20000"/>
                <a:lumOff val="80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20000"/>
                    <a:lumOff val="80000"/>
                  </a:srgbClr>
                </a:solidFill>
              </a14:hiddenFill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121916" tIns="60956" rIns="121916" bIns="60956"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 flipH="1">
            <a:off x="6600059" y="2845435"/>
            <a:ext cx="1075" cy="17511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7568915" y="2987040"/>
            <a:ext cx="1" cy="200687"/>
          </a:xfrm>
          <a:prstGeom prst="line">
            <a:avLst/>
          </a:prstGeom>
          <a:solidFill>
            <a:srgbClr val="92D050"/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8434747" y="2849199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7" name="直接连接符 86"/>
          <p:cNvCxnSpPr/>
          <p:nvPr/>
        </p:nvCxnSpPr>
        <p:spPr>
          <a:xfrm flipH="1">
            <a:off x="9040659" y="2849199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8" name="直接连接符 87"/>
          <p:cNvCxnSpPr/>
          <p:nvPr/>
        </p:nvCxnSpPr>
        <p:spPr>
          <a:xfrm flipH="1">
            <a:off x="9579243" y="2849199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10170147" y="2849199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90" name="直接连接符 89"/>
          <p:cNvCxnSpPr/>
          <p:nvPr/>
        </p:nvCxnSpPr>
        <p:spPr>
          <a:xfrm flipH="1">
            <a:off x="10742583" y="2849199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716556" y="2773809"/>
            <a:ext cx="10584000" cy="36831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92" name="直接连接符 91"/>
          <p:cNvCxnSpPr/>
          <p:nvPr/>
        </p:nvCxnSpPr>
        <p:spPr>
          <a:xfrm flipH="1">
            <a:off x="3125471" y="2847975"/>
            <a:ext cx="1271" cy="17526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93" name="Rectangle 47"/>
          <p:cNvSpPr>
            <a:spLocks noChangeArrowheads="1"/>
          </p:cNvSpPr>
          <p:nvPr/>
        </p:nvSpPr>
        <p:spPr bwMode="auto">
          <a:xfrm>
            <a:off x="2948940" y="2989580"/>
            <a:ext cx="361315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政企客户部</a:t>
            </a: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auto">
          <a:xfrm>
            <a:off x="3020695" y="4539615"/>
            <a:ext cx="288291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D</a:t>
            </a:r>
          </a:p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I</a:t>
            </a:r>
          </a:p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C</a:t>
            </a:r>
          </a:p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T中心</a:t>
            </a:r>
          </a:p>
        </p:txBody>
      </p:sp>
      <p:cxnSp>
        <p:nvCxnSpPr>
          <p:cNvPr id="100" name="直接连接符 99"/>
          <p:cNvCxnSpPr>
            <a:stCxn id="93" idx="2"/>
          </p:cNvCxnSpPr>
          <p:nvPr/>
        </p:nvCxnSpPr>
        <p:spPr>
          <a:xfrm flipH="1">
            <a:off x="3129915" y="4121151"/>
            <a:ext cx="0" cy="4318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01" name="Rectangle 47"/>
          <p:cNvSpPr>
            <a:spLocks noChangeArrowheads="1"/>
          </p:cNvSpPr>
          <p:nvPr/>
        </p:nvSpPr>
        <p:spPr bwMode="auto">
          <a:xfrm>
            <a:off x="6400800" y="2987040"/>
            <a:ext cx="358140" cy="1127760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endParaRPr lang="zh-CN" altLang="en-US" sz="13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细黑" panose="02010600040101010101" pitchFamily="2" charset="-122"/>
            </a:endParaRPr>
          </a:p>
        </p:txBody>
      </p:sp>
      <p:sp>
        <p:nvSpPr>
          <p:cNvPr id="102" name="Rectangle 23"/>
          <p:cNvSpPr>
            <a:spLocks noChangeArrowheads="1"/>
          </p:cNvSpPr>
          <p:nvPr/>
        </p:nvSpPr>
        <p:spPr bwMode="auto">
          <a:xfrm>
            <a:off x="11073239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桐乡分公司</a:t>
            </a:r>
          </a:p>
        </p:txBody>
      </p:sp>
      <p:sp>
        <p:nvSpPr>
          <p:cNvPr id="103" name="Rectangle 37"/>
          <p:cNvSpPr>
            <a:spLocks noChangeArrowheads="1"/>
          </p:cNvSpPr>
          <p:nvPr/>
        </p:nvSpPr>
        <p:spPr bwMode="auto">
          <a:xfrm>
            <a:off x="8173588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嘉禾分公司</a:t>
            </a:r>
          </a:p>
        </p:txBody>
      </p:sp>
      <p:sp>
        <p:nvSpPr>
          <p:cNvPr id="104" name="Rectangle 38"/>
          <p:cNvSpPr>
            <a:spLocks noChangeArrowheads="1"/>
          </p:cNvSpPr>
          <p:nvPr/>
        </p:nvSpPr>
        <p:spPr bwMode="auto">
          <a:xfrm>
            <a:off x="8753519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嘉善分公司</a:t>
            </a:r>
          </a:p>
        </p:txBody>
      </p:sp>
      <p:sp>
        <p:nvSpPr>
          <p:cNvPr id="105" name="Rectangle 39"/>
          <p:cNvSpPr>
            <a:spLocks noChangeArrowheads="1"/>
          </p:cNvSpPr>
          <p:nvPr/>
        </p:nvSpPr>
        <p:spPr bwMode="auto">
          <a:xfrm>
            <a:off x="9333447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平湖分公司</a:t>
            </a:r>
          </a:p>
        </p:txBody>
      </p:sp>
      <p:sp>
        <p:nvSpPr>
          <p:cNvPr id="106" name="Rectangle 40"/>
          <p:cNvSpPr>
            <a:spLocks noChangeArrowheads="1"/>
          </p:cNvSpPr>
          <p:nvPr/>
        </p:nvSpPr>
        <p:spPr bwMode="auto">
          <a:xfrm>
            <a:off x="9913379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海盐分公司</a:t>
            </a:r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10493308" y="2960840"/>
            <a:ext cx="487080" cy="1131693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海宁分公司</a:t>
            </a:r>
          </a:p>
        </p:txBody>
      </p:sp>
      <p:cxnSp>
        <p:nvCxnSpPr>
          <p:cNvPr id="108" name="直接连接符 107"/>
          <p:cNvCxnSpPr/>
          <p:nvPr/>
        </p:nvCxnSpPr>
        <p:spPr>
          <a:xfrm flipV="1">
            <a:off x="717191" y="2519301"/>
            <a:ext cx="10584000" cy="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11297631" y="2533639"/>
            <a:ext cx="1905" cy="422911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10" name="Rectangle 5"/>
          <p:cNvSpPr>
            <a:spLocks noChangeArrowheads="1"/>
          </p:cNvSpPr>
          <p:nvPr/>
        </p:nvSpPr>
        <p:spPr bwMode="auto">
          <a:xfrm>
            <a:off x="2099311" y="4539615"/>
            <a:ext cx="334645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渠道运营中心</a:t>
            </a:r>
          </a:p>
        </p:txBody>
      </p:sp>
      <p:sp>
        <p:nvSpPr>
          <p:cNvPr id="111" name="Rectangle 5"/>
          <p:cNvSpPr>
            <a:spLocks noChangeArrowheads="1"/>
          </p:cNvSpPr>
          <p:nvPr/>
        </p:nvSpPr>
        <p:spPr bwMode="auto">
          <a:xfrm>
            <a:off x="2514600" y="4539615"/>
            <a:ext cx="308611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业务支撑中心</a:t>
            </a:r>
          </a:p>
        </p:txBody>
      </p:sp>
      <p:cxnSp>
        <p:nvCxnSpPr>
          <p:cNvPr id="112" name="直接连接符 111"/>
          <p:cNvCxnSpPr/>
          <p:nvPr/>
        </p:nvCxnSpPr>
        <p:spPr>
          <a:xfrm>
            <a:off x="2306955" y="4345940"/>
            <a:ext cx="39624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2306955" y="4345940"/>
            <a:ext cx="0" cy="17526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2709545" y="4340860"/>
            <a:ext cx="0" cy="17526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5" name="直接连接符 114"/>
          <p:cNvCxnSpPr/>
          <p:nvPr/>
        </p:nvCxnSpPr>
        <p:spPr>
          <a:xfrm flipH="1">
            <a:off x="2514600" y="4093845"/>
            <a:ext cx="0" cy="25209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16" name="矩形 115"/>
          <p:cNvSpPr/>
          <p:nvPr/>
        </p:nvSpPr>
        <p:spPr>
          <a:xfrm>
            <a:off x="8831599" y="2511420"/>
            <a:ext cx="1189990" cy="274320"/>
          </a:xfrm>
          <a:prstGeom prst="rect">
            <a:avLst/>
          </a:prstGeom>
        </p:spPr>
        <p:txBody>
          <a:bodyPr wrap="none" lIns="91436" tIns="45717" rIns="91436" bIns="45717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6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个县市分公司</a:t>
            </a:r>
          </a:p>
        </p:txBody>
      </p:sp>
      <p:sp>
        <p:nvSpPr>
          <p:cNvPr id="117" name="矩形 116"/>
          <p:cNvSpPr/>
          <p:nvPr/>
        </p:nvSpPr>
        <p:spPr>
          <a:xfrm>
            <a:off x="3674085" y="2519191"/>
            <a:ext cx="826770" cy="274320"/>
          </a:xfrm>
          <a:prstGeom prst="rect">
            <a:avLst/>
          </a:prstGeom>
        </p:spPr>
        <p:txBody>
          <a:bodyPr wrap="none" lIns="91436" tIns="45717" rIns="91436" bIns="45717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12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个部门</a:t>
            </a:r>
          </a:p>
        </p:txBody>
      </p:sp>
      <p:sp>
        <p:nvSpPr>
          <p:cNvPr id="118" name="Rectangle 5"/>
          <p:cNvSpPr>
            <a:spLocks noChangeArrowheads="1"/>
          </p:cNvSpPr>
          <p:nvPr/>
        </p:nvSpPr>
        <p:spPr bwMode="auto">
          <a:xfrm>
            <a:off x="3758565" y="4539615"/>
            <a:ext cx="304165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无线网优中心</a:t>
            </a:r>
          </a:p>
        </p:txBody>
      </p:sp>
      <p:sp>
        <p:nvSpPr>
          <p:cNvPr id="119" name="Rectangle 6"/>
          <p:cNvSpPr>
            <a:spLocks noChangeArrowheads="1"/>
          </p:cNvSpPr>
          <p:nvPr/>
        </p:nvSpPr>
        <p:spPr bwMode="auto">
          <a:xfrm>
            <a:off x="3452495" y="4539615"/>
            <a:ext cx="293371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91436" tIns="45717" rIns="91436" bIns="45717" anchorCtr="1"/>
          <a:lstStyle/>
          <a:p>
            <a:pPr algn="ctr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综合维护中心</a:t>
            </a:r>
          </a:p>
        </p:txBody>
      </p:sp>
      <p:sp>
        <p:nvSpPr>
          <p:cNvPr id="120" name="Rectangle 5"/>
          <p:cNvSpPr>
            <a:spLocks noChangeArrowheads="1"/>
          </p:cNvSpPr>
          <p:nvPr/>
        </p:nvSpPr>
        <p:spPr bwMode="auto">
          <a:xfrm>
            <a:off x="4075431" y="4539615"/>
            <a:ext cx="339091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传输动力中心</a:t>
            </a:r>
          </a:p>
        </p:txBody>
      </p:sp>
      <p:cxnSp>
        <p:nvCxnSpPr>
          <p:cNvPr id="121" name="直接连接符 120"/>
          <p:cNvCxnSpPr/>
          <p:nvPr/>
        </p:nvCxnSpPr>
        <p:spPr>
          <a:xfrm flipH="1">
            <a:off x="3675380" y="4324351"/>
            <a:ext cx="635" cy="21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4250691" y="4324351"/>
            <a:ext cx="0" cy="21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23" name="Rectangle 5"/>
          <p:cNvSpPr>
            <a:spLocks noChangeArrowheads="1"/>
          </p:cNvSpPr>
          <p:nvPr/>
        </p:nvSpPr>
        <p:spPr bwMode="auto">
          <a:xfrm>
            <a:off x="4427220" y="4539615"/>
            <a:ext cx="322580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客户响应中心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4587875" y="4324351"/>
            <a:ext cx="0" cy="21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3674111" y="4324351"/>
            <a:ext cx="913131" cy="317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6" name="直接连接符 125"/>
          <p:cNvCxnSpPr/>
          <p:nvPr/>
        </p:nvCxnSpPr>
        <p:spPr>
          <a:xfrm flipH="1">
            <a:off x="4086225" y="3758565"/>
            <a:ext cx="0" cy="57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3972560" y="4324351"/>
            <a:ext cx="0" cy="216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1292860" y="2987040"/>
            <a:ext cx="0" cy="252095"/>
          </a:xfrm>
          <a:prstGeom prst="line">
            <a:avLst/>
          </a:prstGeom>
          <a:solidFill>
            <a:srgbClr val="92D050"/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9" name="直接连接符 128"/>
          <p:cNvCxnSpPr/>
          <p:nvPr/>
        </p:nvCxnSpPr>
        <p:spPr>
          <a:xfrm flipH="1">
            <a:off x="716280" y="2513965"/>
            <a:ext cx="1271" cy="60452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30" name="Rectangle 5"/>
          <p:cNvSpPr>
            <a:spLocks noChangeArrowheads="1"/>
          </p:cNvSpPr>
          <p:nvPr/>
        </p:nvSpPr>
        <p:spPr bwMode="auto">
          <a:xfrm>
            <a:off x="564515" y="4539615"/>
            <a:ext cx="322580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行政安保中心</a:t>
            </a:r>
          </a:p>
        </p:txBody>
      </p:sp>
      <p:cxnSp>
        <p:nvCxnSpPr>
          <p:cNvPr id="131" name="直接连接符 130"/>
          <p:cNvCxnSpPr/>
          <p:nvPr/>
        </p:nvCxnSpPr>
        <p:spPr>
          <a:xfrm flipH="1">
            <a:off x="716280" y="4084320"/>
            <a:ext cx="0" cy="4133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32" name="Rectangle 47"/>
          <p:cNvSpPr>
            <a:spLocks noChangeArrowheads="1"/>
          </p:cNvSpPr>
          <p:nvPr/>
        </p:nvSpPr>
        <p:spPr bwMode="auto">
          <a:xfrm>
            <a:off x="428625" y="2987040"/>
            <a:ext cx="518795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办公室（党委办公室）</a:t>
            </a: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1779905" y="2845435"/>
            <a:ext cx="1271" cy="17526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4" name="直接连接符 133"/>
          <p:cNvCxnSpPr/>
          <p:nvPr/>
        </p:nvCxnSpPr>
        <p:spPr>
          <a:xfrm flipH="1">
            <a:off x="1804671" y="4159885"/>
            <a:ext cx="0" cy="41338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graphicFrame>
        <p:nvGraphicFramePr>
          <p:cNvPr id="136" name="图示 135"/>
          <p:cNvGraphicFramePr/>
          <p:nvPr>
            <p:custDataLst>
              <p:tags r:id="rId4"/>
            </p:custDataLst>
          </p:nvPr>
        </p:nvGraphicFramePr>
        <p:xfrm>
          <a:off x="8115300" y="3998595"/>
          <a:ext cx="3494405" cy="2282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37" name="直接连接符 136"/>
          <p:cNvCxnSpPr/>
          <p:nvPr/>
        </p:nvCxnSpPr>
        <p:spPr>
          <a:xfrm flipH="1">
            <a:off x="4061748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7569488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9" name="直接连接符 138"/>
          <p:cNvCxnSpPr/>
          <p:nvPr/>
        </p:nvCxnSpPr>
        <p:spPr>
          <a:xfrm flipH="1">
            <a:off x="2517428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0" name="直接连接符 139"/>
          <p:cNvCxnSpPr/>
          <p:nvPr/>
        </p:nvCxnSpPr>
        <p:spPr>
          <a:xfrm flipH="1">
            <a:off x="1778923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1" name="直接连接符 140"/>
          <p:cNvCxnSpPr/>
          <p:nvPr/>
        </p:nvCxnSpPr>
        <p:spPr>
          <a:xfrm flipH="1">
            <a:off x="4908839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7" name="直接连接符 146"/>
          <p:cNvCxnSpPr/>
          <p:nvPr/>
        </p:nvCxnSpPr>
        <p:spPr>
          <a:xfrm flipH="1">
            <a:off x="7053233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58" name="直接连接符 157"/>
          <p:cNvCxnSpPr/>
          <p:nvPr/>
        </p:nvCxnSpPr>
        <p:spPr>
          <a:xfrm flipH="1">
            <a:off x="5469543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1289339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6" name="直接连接符 165"/>
          <p:cNvCxnSpPr/>
          <p:nvPr/>
        </p:nvCxnSpPr>
        <p:spPr>
          <a:xfrm flipH="1">
            <a:off x="5955953" y="2845435"/>
            <a:ext cx="1075" cy="175115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75" name="Rectangle 47"/>
          <p:cNvSpPr>
            <a:spLocks noChangeArrowheads="1"/>
          </p:cNvSpPr>
          <p:nvPr/>
        </p:nvSpPr>
        <p:spPr bwMode="auto">
          <a:xfrm>
            <a:off x="1077595" y="2987040"/>
            <a:ext cx="382905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人力资源部</a:t>
            </a:r>
          </a:p>
        </p:txBody>
      </p:sp>
      <p:sp>
        <p:nvSpPr>
          <p:cNvPr id="178" name="Rectangle 47"/>
          <p:cNvSpPr>
            <a:spLocks noChangeArrowheads="1"/>
          </p:cNvSpPr>
          <p:nvPr/>
        </p:nvSpPr>
        <p:spPr bwMode="auto">
          <a:xfrm>
            <a:off x="1601471" y="2987040"/>
            <a:ext cx="35941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财务部</a:t>
            </a:r>
          </a:p>
        </p:txBody>
      </p:sp>
      <p:sp>
        <p:nvSpPr>
          <p:cNvPr id="189" name="Rectangle 47"/>
          <p:cNvSpPr>
            <a:spLocks noChangeArrowheads="1"/>
          </p:cNvSpPr>
          <p:nvPr/>
        </p:nvSpPr>
        <p:spPr bwMode="auto">
          <a:xfrm>
            <a:off x="2301875" y="2987040"/>
            <a:ext cx="35941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市场经营部</a:t>
            </a:r>
          </a:p>
        </p:txBody>
      </p:sp>
      <p:sp>
        <p:nvSpPr>
          <p:cNvPr id="191" name="Rectangle 47"/>
          <p:cNvSpPr>
            <a:spLocks noChangeArrowheads="1"/>
          </p:cNvSpPr>
          <p:nvPr/>
        </p:nvSpPr>
        <p:spPr bwMode="auto">
          <a:xfrm>
            <a:off x="3900171" y="2987040"/>
            <a:ext cx="357505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网络部</a:t>
            </a:r>
          </a:p>
        </p:txBody>
      </p:sp>
      <p:sp>
        <p:nvSpPr>
          <p:cNvPr id="194" name="Rectangle 47"/>
          <p:cNvSpPr>
            <a:spLocks noChangeArrowheads="1"/>
          </p:cNvSpPr>
          <p:nvPr/>
        </p:nvSpPr>
        <p:spPr bwMode="auto">
          <a:xfrm>
            <a:off x="4749800" y="2987040"/>
            <a:ext cx="36957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工程建设部</a:t>
            </a:r>
          </a:p>
        </p:txBody>
      </p:sp>
      <p:sp>
        <p:nvSpPr>
          <p:cNvPr id="198" name="Rectangle 47"/>
          <p:cNvSpPr>
            <a:spLocks noChangeArrowheads="1"/>
          </p:cNvSpPr>
          <p:nvPr/>
        </p:nvSpPr>
        <p:spPr bwMode="auto">
          <a:xfrm>
            <a:off x="5252720" y="2987040"/>
            <a:ext cx="36957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战略客户中心</a:t>
            </a:r>
          </a:p>
        </p:txBody>
      </p:sp>
      <p:sp>
        <p:nvSpPr>
          <p:cNvPr id="199" name="Rectangle 47"/>
          <p:cNvSpPr>
            <a:spLocks noChangeArrowheads="1"/>
          </p:cNvSpPr>
          <p:nvPr/>
        </p:nvSpPr>
        <p:spPr bwMode="auto">
          <a:xfrm>
            <a:off x="5770880" y="2987040"/>
            <a:ext cx="36957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客户服务部</a:t>
            </a:r>
          </a:p>
        </p:txBody>
      </p:sp>
      <p:sp>
        <p:nvSpPr>
          <p:cNvPr id="202" name="Rectangle 47"/>
          <p:cNvSpPr>
            <a:spLocks noChangeArrowheads="1"/>
          </p:cNvSpPr>
          <p:nvPr/>
        </p:nvSpPr>
        <p:spPr bwMode="auto">
          <a:xfrm>
            <a:off x="6898640" y="2987040"/>
            <a:ext cx="367665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/>
          <a:lstStyle/>
          <a:p>
            <a:pPr algn="ctr" eaLnBrk="0" hangingPunct="0"/>
            <a:r>
              <a:rPr lang="zh-CN" altLang="en-US" sz="1300" b="1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纪委办公室</a:t>
            </a:r>
            <a:endParaRPr lang="zh-CN" altLang="en-US" sz="13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细黑" panose="02010600040101010101" pitchFamily="2" charset="-122"/>
            </a:endParaRPr>
          </a:p>
        </p:txBody>
      </p:sp>
      <p:sp>
        <p:nvSpPr>
          <p:cNvPr id="203" name="Rectangle 47"/>
          <p:cNvSpPr>
            <a:spLocks noChangeArrowheads="1"/>
          </p:cNvSpPr>
          <p:nvPr/>
        </p:nvSpPr>
        <p:spPr bwMode="auto">
          <a:xfrm>
            <a:off x="7412355" y="2987040"/>
            <a:ext cx="313691" cy="1131571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91436" tIns="45717" rIns="91436" bIns="45717" anchor="ctr" anchorCtr="0"/>
          <a:lstStyle/>
          <a:p>
            <a:pPr algn="ctr" eaLnBrk="0" hangingPunct="0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工    会</a:t>
            </a:r>
          </a:p>
        </p:txBody>
      </p:sp>
      <p:sp>
        <p:nvSpPr>
          <p:cNvPr id="204" name="Rectangle 5"/>
          <p:cNvSpPr>
            <a:spLocks noChangeArrowheads="1"/>
          </p:cNvSpPr>
          <p:nvPr/>
        </p:nvSpPr>
        <p:spPr bwMode="auto">
          <a:xfrm>
            <a:off x="1635125" y="4539615"/>
            <a:ext cx="325755" cy="138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91436" tIns="45717" rIns="91436" bIns="45717" anchorCtr="1"/>
          <a:lstStyle/>
          <a:p>
            <a:pPr algn="just" eaLnBrk="0" hangingPunct="0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采购物流中心</a:t>
            </a:r>
          </a:p>
        </p:txBody>
      </p:sp>
      <p:sp>
        <p:nvSpPr>
          <p:cNvPr id="206" name="TextBox 35"/>
          <p:cNvSpPr txBox="1"/>
          <p:nvPr/>
        </p:nvSpPr>
        <p:spPr>
          <a:xfrm>
            <a:off x="6426200" y="2987040"/>
            <a:ext cx="332740" cy="108140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eaVert" wrap="square" lIns="91436" tIns="45717" rIns="91436" bIns="45717" rtlCol="0">
            <a:noAutofit/>
          </a:bodyPr>
          <a:lstStyle/>
          <a:p>
            <a:pPr algn="ctr" eaLnBrk="0" hangingPunct="0"/>
            <a:r>
              <a:rPr sz="13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细黑" panose="02010600040101010101" pitchFamily="2" charset="-122"/>
              </a:rPr>
              <a:t>党建工作部</a:t>
            </a:r>
          </a:p>
        </p:txBody>
      </p:sp>
      <p:sp>
        <p:nvSpPr>
          <p:cNvPr id="26" name="圆角矩形 25"/>
          <p:cNvSpPr/>
          <p:nvPr>
            <p:custDataLst>
              <p:tags r:id="rId5"/>
            </p:custDataLst>
          </p:nvPr>
        </p:nvSpPr>
        <p:spPr>
          <a:xfrm>
            <a:off x="344805" y="1878965"/>
            <a:ext cx="11557635" cy="440245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>
                <a:lumMod val="20000"/>
                <a:lumOff val="80000"/>
                <a:alpha val="5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395605" y="3742055"/>
            <a:ext cx="11283950" cy="249174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>
                <a:lumMod val="20000"/>
                <a:lumOff val="80000"/>
                <a:alpha val="5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0"/>
          <p:cNvSpPr txBox="1"/>
          <p:nvPr/>
        </p:nvSpPr>
        <p:spPr>
          <a:xfrm>
            <a:off x="1525271" y="3539491"/>
            <a:ext cx="9007475" cy="368300"/>
          </a:xfrm>
          <a:prstGeom prst="roundRect">
            <a:avLst>
              <a:gd name="adj" fmla="val 0"/>
            </a:avLst>
          </a:prstGeom>
          <a:solidFill>
            <a:srgbClr val="BCDAE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通道能力</a:t>
            </a:r>
          </a:p>
        </p:txBody>
      </p:sp>
      <p:sp>
        <p:nvSpPr>
          <p:cNvPr id="12" name="TextBox 1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98535" y="4890981"/>
            <a:ext cx="2158365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198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kumimoji="0" lang="en-US" sz="1865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541511" y="4896061"/>
            <a:ext cx="1604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315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86/88</a:t>
            </a:r>
            <a:r>
              <a:rPr lang="zh-CN" altLang="en-US" sz="1315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团队</a:t>
            </a:r>
          </a:p>
        </p:txBody>
      </p:sp>
      <p:sp>
        <p:nvSpPr>
          <p:cNvPr id="14" name="TextBox 1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616527" y="4202853"/>
            <a:ext cx="2611120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90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32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政企业务经理</a:t>
            </a:r>
            <a:endParaRPr kumimoji="0" lang="zh-CN" altLang="en-US" sz="1320" b="0" i="0" u="non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TextBox 1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43480" y="4281381"/>
            <a:ext cx="215836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营业厅经理</a:t>
            </a:r>
            <a:r>
              <a:rPr lang="en-US" altLang="zh-CN" sz="9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102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TextBox 1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6833" y="4223173"/>
            <a:ext cx="1949027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114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kumimoji="0" lang="zh-CN" altLang="en-US" sz="132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营业厅</a:t>
            </a:r>
          </a:p>
        </p:txBody>
      </p:sp>
      <p:sp>
        <p:nvSpPr>
          <p:cNvPr id="20" name="TextBox 1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79425" y="4899025"/>
            <a:ext cx="2158365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1021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kumimoji="0" lang="zh-CN" altLang="en-US" sz="132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社会渠道</a:t>
            </a:r>
          </a:p>
        </p:txBody>
      </p:sp>
      <p:sp>
        <p:nvSpPr>
          <p:cNvPr id="21" name="TextBox 1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94665" y="5560907"/>
            <a:ext cx="3439795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605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32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市场直销队伍（有销人力）</a:t>
            </a: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2428240" y="4944745"/>
            <a:ext cx="127889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社会渠道经理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67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lang="zh-CN" altLang="en-US" sz="9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852671" y="5613612"/>
            <a:ext cx="2825751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117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32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政企直销队伍</a:t>
            </a:r>
            <a:endParaRPr kumimoji="0" lang="zh-CN" altLang="en-US" sz="1320" b="0" i="0" u="none" strike="noStrike" kern="1200" cap="none" spc="0" normalizeH="0" baseline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TextBox 1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880611" y="4894580"/>
            <a:ext cx="2418080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65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kumimoji="0" lang="zh-CN" altLang="en-US" sz="132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解决方案经理</a:t>
            </a:r>
          </a:p>
        </p:txBody>
      </p:sp>
      <p:sp>
        <p:nvSpPr>
          <p:cNvPr id="25" name="TextBox 1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832985" y="4242012"/>
            <a:ext cx="3031491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172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32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集团</a:t>
            </a:r>
            <a:r>
              <a:rPr kumimoji="0" lang="zh-CN" altLang="en-US" sz="132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客户经理（自有）</a:t>
            </a:r>
          </a:p>
        </p:txBody>
      </p:sp>
      <p:sp>
        <p:nvSpPr>
          <p:cNvPr id="26" name="圆角矩形 25"/>
          <p:cNvSpPr/>
          <p:nvPr>
            <p:custDataLst>
              <p:tags r:id="rId14"/>
            </p:custDataLst>
          </p:nvPr>
        </p:nvSpPr>
        <p:spPr>
          <a:xfrm>
            <a:off x="395393" y="1311487"/>
            <a:ext cx="11284373" cy="195580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>
                <a:lumMod val="20000"/>
                <a:lumOff val="80000"/>
                <a:alpha val="5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0"/>
          <p:cNvSpPr txBox="1"/>
          <p:nvPr>
            <p:custDataLst>
              <p:tags r:id="rId15"/>
            </p:custDataLst>
          </p:nvPr>
        </p:nvSpPr>
        <p:spPr>
          <a:xfrm>
            <a:off x="1525271" y="1082887"/>
            <a:ext cx="9007475" cy="368300"/>
          </a:xfrm>
          <a:prstGeom prst="roundRect">
            <a:avLst>
              <a:gd name="adj" fmla="val 0"/>
            </a:avLst>
          </a:prstGeom>
          <a:solidFill>
            <a:srgbClr val="BCDAE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网络能力</a:t>
            </a:r>
          </a:p>
        </p:txBody>
      </p:sp>
      <p:sp>
        <p:nvSpPr>
          <p:cNvPr id="28" name="TextBox 2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236797" y="2520104"/>
            <a:ext cx="312991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6400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        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城域网出口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带宽</a:t>
            </a:r>
          </a:p>
        </p:txBody>
      </p:sp>
      <p:sp>
        <p:nvSpPr>
          <p:cNvPr id="29" name="TextBox 3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176919" y="1753592"/>
            <a:ext cx="2957603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72.2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lang="zh-CN" alt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10GPON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口占比</a:t>
            </a:r>
          </a:p>
        </p:txBody>
      </p:sp>
      <p:sp>
        <p:nvSpPr>
          <p:cNvPr id="30" name="TextBox 27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368800" y="2501900"/>
            <a:ext cx="34493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7.23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户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千兆</a:t>
            </a:r>
            <a:r>
              <a:rPr lang="en-US" altLang="zh-CN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PON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口下平均千兆用户数</a:t>
            </a:r>
          </a:p>
        </p:txBody>
      </p:sp>
      <p:sp>
        <p:nvSpPr>
          <p:cNvPr id="32" name="TextBox 3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369647" y="1770380"/>
            <a:ext cx="2819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263.4万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户</a:t>
            </a:r>
            <a:r>
              <a:rPr lang="en-US" altLang="zh-CN" sz="13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有线宽带覆盖数</a:t>
            </a:r>
          </a:p>
        </p:txBody>
      </p:sp>
      <p:sp>
        <p:nvSpPr>
          <p:cNvPr id="40" name="TextBox 23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034689" y="2496289"/>
            <a:ext cx="284564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2.55万</a:t>
            </a:r>
            <a:r>
              <a:rPr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13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13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4G基站</a:t>
            </a:r>
          </a:p>
        </p:txBody>
      </p:sp>
      <p:sp>
        <p:nvSpPr>
          <p:cNvPr id="42" name="TextBox 2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034689" y="1769504"/>
            <a:ext cx="270827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1.39</a:t>
            </a:r>
            <a:r>
              <a:rPr lang="zh-CN" altLang="en-US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</a:t>
            </a:r>
            <a:r>
              <a:rPr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13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32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5G基站 </a:t>
            </a:r>
          </a:p>
        </p:txBody>
      </p:sp>
      <p:sp>
        <p:nvSpPr>
          <p:cNvPr id="43" name="TextBox 16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587952" y="5588847"/>
            <a:ext cx="3439795" cy="378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10.8</a:t>
            </a:r>
            <a:r>
              <a:rPr lang="zh-CN" alt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</a:t>
            </a:r>
            <a:r>
              <a:rPr lang="zh-CN" altLang="en-US" sz="126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en-US" sz="186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lang="zh-CN" altLang="en-US" sz="132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政企集团</a:t>
            </a:r>
          </a:p>
        </p:txBody>
      </p:sp>
      <p:sp>
        <p:nvSpPr>
          <p:cNvPr id="2" name="标题 1"/>
          <p:cNvSpPr txBox="1"/>
          <p:nvPr>
            <p:custDataLst>
              <p:tags r:id="rId23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基础能力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 txBox="1"/>
          <p:nvPr>
            <p:custDataLst>
              <p:tags r:id="rId2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信息化能力</a:t>
            </a:r>
          </a:p>
        </p:txBody>
      </p:sp>
      <p:sp>
        <p:nvSpPr>
          <p:cNvPr id="4" name="TextBox 2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368800" y="2501900"/>
            <a:ext cx="390144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1F497D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信息化能力及合作相关，建议</a:t>
            </a:r>
            <a:r>
              <a:rPr lang="en-US" altLang="zh-CN" sz="1600" dirty="0">
                <a:solidFill>
                  <a:srgbClr val="1F497D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3P</a:t>
            </a:r>
            <a:r>
              <a:rPr lang="zh-CN" altLang="en-US" sz="1600" dirty="0">
                <a:solidFill>
                  <a:srgbClr val="1F497D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 txBox="1"/>
          <p:nvPr>
            <p:custDataLst>
              <p:tags r:id="rId2"/>
            </p:custDataLst>
          </p:nvPr>
        </p:nvSpPr>
        <p:spPr>
          <a:xfrm>
            <a:off x="335280" y="260404"/>
            <a:ext cx="8520412" cy="458471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sym typeface="+mn-ea"/>
              </a:rPr>
              <a:t>嘉兴</a:t>
            </a:r>
            <a:r>
              <a:rPr lang="zh-CN" altLang="en-US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</a:t>
            </a:r>
            <a:r>
              <a:rPr lang="en-US" altLang="zh-CN" sz="24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概况| </a:t>
            </a:r>
            <a:r>
              <a:rPr lang="zh-CN" sz="2000" dirty="0">
                <a:solidFill>
                  <a:srgbClr val="1184C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信息化能力</a:t>
            </a:r>
            <a:r>
              <a:rPr lang="en-US" altLang="zh-CN"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物联网</a:t>
            </a:r>
            <a:endParaRPr lang="zh-CN" sz="2000" dirty="0">
              <a:solidFill>
                <a:srgbClr val="1184C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F0DBE1-1F83-DFF7-C98E-023D264328D8}"/>
              </a:ext>
            </a:extLst>
          </p:cNvPr>
          <p:cNvSpPr txBox="1"/>
          <p:nvPr/>
        </p:nvSpPr>
        <p:spPr>
          <a:xfrm>
            <a:off x="335279" y="836782"/>
            <a:ext cx="11056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1A1A1A"/>
                </a:solidFill>
                <a:effectLst/>
                <a:highlight>
                  <a:srgbClr val="FFFFFF"/>
                </a:highlight>
                <a:latin typeface="+mn-ea"/>
              </a:rPr>
              <a:t>中国移动提供物联卡业务，物联卡具备网络通信、行业应用、平台管理及运营支撑</a:t>
            </a:r>
            <a:r>
              <a:rPr lang="en-US" altLang="zh-CN" sz="1600" b="0" i="0" dirty="0">
                <a:solidFill>
                  <a:srgbClr val="1A1A1A"/>
                </a:solidFill>
                <a:effectLst/>
                <a:highlight>
                  <a:srgbClr val="FFFFFF"/>
                </a:highlight>
                <a:latin typeface="+mn-ea"/>
              </a:rPr>
              <a:t>3</a:t>
            </a:r>
            <a:r>
              <a:rPr lang="zh-CN" altLang="en-US" sz="1600" b="0" i="0" dirty="0">
                <a:solidFill>
                  <a:srgbClr val="1A1A1A"/>
                </a:solidFill>
                <a:effectLst/>
                <a:highlight>
                  <a:srgbClr val="FFFFFF"/>
                </a:highlight>
                <a:latin typeface="+mn-ea"/>
              </a:rPr>
              <a:t>类核心功能。其中网络通信功能包含全网络制式通信服务、灵活的卡形态、丰富的基础能力；行业应用包含“卡</a:t>
            </a:r>
            <a:r>
              <a:rPr lang="en-US" altLang="zh-CN" sz="1600" b="0" i="0" dirty="0">
                <a:solidFill>
                  <a:srgbClr val="1A1A1A"/>
                </a:solidFill>
                <a:effectLst/>
                <a:highlight>
                  <a:srgbClr val="FFFFFF"/>
                </a:highlight>
                <a:latin typeface="+mn-ea"/>
              </a:rPr>
              <a:t>+X”</a:t>
            </a:r>
            <a:r>
              <a:rPr lang="zh-CN" altLang="en-US" sz="1600" b="0" i="0" dirty="0">
                <a:solidFill>
                  <a:srgbClr val="1A1A1A"/>
                </a:solidFill>
                <a:effectLst/>
                <a:highlight>
                  <a:srgbClr val="FFFFFF"/>
                </a:highlight>
                <a:latin typeface="+mn-ea"/>
              </a:rPr>
              <a:t>融合产品能力、灵活的资费方案、专属行业解决方案；平台管理及运营支撑面向政企客户提供连接管理服务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D7B841-8A9F-D850-592B-C5B6BD3BF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04" y="1816280"/>
            <a:ext cx="509821" cy="50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9A0B56F-260B-2B77-1A9C-F08BC499A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775" y="1816280"/>
            <a:ext cx="547240" cy="54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82C057B-E56E-B4D1-6B4C-E396D7194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458" y="1767459"/>
            <a:ext cx="596061" cy="59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: 圆角 75">
            <a:extLst>
              <a:ext uri="{FF2B5EF4-FFF2-40B4-BE49-F238E27FC236}">
                <a16:creationId xmlns:a16="http://schemas.microsoft.com/office/drawing/2014/main" id="{DDB69980-5A5B-CA3D-6AD6-56FFB25DC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9566" y="1708763"/>
            <a:ext cx="3320360" cy="1611919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0CE44C-84C2-3DEB-7E6B-A5DC2D2D5B63}"/>
              </a:ext>
            </a:extLst>
          </p:cNvPr>
          <p:cNvSpPr txBox="1"/>
          <p:nvPr/>
        </p:nvSpPr>
        <p:spPr>
          <a:xfrm>
            <a:off x="529639" y="2592559"/>
            <a:ext cx="3230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支撑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+mn-ea"/>
              </a:rPr>
              <a:t>NB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+mn-ea"/>
              </a:rPr>
              <a:t>Cat.1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+mn-ea"/>
              </a:rPr>
              <a:t>4G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+mn-ea"/>
              </a:rPr>
              <a:t>5G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等多种网络制式通信，满足语音、短信、数据等多种通信需求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F8F505-1998-0394-7FA1-F444AA77EE23}"/>
              </a:ext>
            </a:extLst>
          </p:cNvPr>
          <p:cNvSpPr txBox="1"/>
          <p:nvPr/>
        </p:nvSpPr>
        <p:spPr>
          <a:xfrm>
            <a:off x="1919922" y="1956769"/>
            <a:ext cx="134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MiSans"/>
              </a:rPr>
              <a:t>网络通信</a:t>
            </a:r>
          </a:p>
        </p:txBody>
      </p:sp>
      <p:sp>
        <p:nvSpPr>
          <p:cNvPr id="16" name="矩形: 圆角 75">
            <a:extLst>
              <a:ext uri="{FF2B5EF4-FFF2-40B4-BE49-F238E27FC236}">
                <a16:creationId xmlns:a16="http://schemas.microsoft.com/office/drawing/2014/main" id="{11B7FDA4-DB78-2F46-CB34-C169A3D6B3B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02834" y="1708763"/>
            <a:ext cx="3320360" cy="1611919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D372B9-24E0-8A8D-D529-CCC2A70EE0E8}"/>
              </a:ext>
            </a:extLst>
          </p:cNvPr>
          <p:cNvSpPr txBox="1"/>
          <p:nvPr/>
        </p:nvSpPr>
        <p:spPr>
          <a:xfrm>
            <a:off x="5821214" y="1994188"/>
            <a:ext cx="134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MiSans"/>
              </a:rPr>
              <a:t>行业应用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DE037E-E352-D0D8-AFE8-380A7A88EADE}"/>
              </a:ext>
            </a:extLst>
          </p:cNvPr>
          <p:cNvSpPr txBox="1"/>
          <p:nvPr/>
        </p:nvSpPr>
        <p:spPr>
          <a:xfrm>
            <a:off x="4267120" y="2514722"/>
            <a:ext cx="332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面向智能抄表、车联网、共享服务、移动办公等行业，为客户提供“卡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+mn-ea"/>
              </a:rPr>
              <a:t>+X”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+mn-ea"/>
              </a:rPr>
              <a:t>融合产品能力和专属行业解决方案</a:t>
            </a:r>
          </a:p>
        </p:txBody>
      </p:sp>
      <p:sp>
        <p:nvSpPr>
          <p:cNvPr id="19" name="矩形: 圆角 75">
            <a:extLst>
              <a:ext uri="{FF2B5EF4-FFF2-40B4-BE49-F238E27FC236}">
                <a16:creationId xmlns:a16="http://schemas.microsoft.com/office/drawing/2014/main" id="{86BD0721-1901-BC00-C1F7-2B877635B13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041135" y="1692818"/>
            <a:ext cx="3320360" cy="1611919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DDFAD3-3467-AE55-E256-C400650B6296}"/>
              </a:ext>
            </a:extLst>
          </p:cNvPr>
          <p:cNvSpPr txBox="1"/>
          <p:nvPr/>
        </p:nvSpPr>
        <p:spPr>
          <a:xfrm>
            <a:off x="9549224" y="1811630"/>
            <a:ext cx="1468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effectLst/>
                <a:latin typeface="MiSans"/>
              </a:rPr>
              <a:t>平台管理及运营支撑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1F8178-DF00-5A3D-FD1C-80088E7B0A5C}"/>
              </a:ext>
            </a:extLst>
          </p:cNvPr>
          <p:cNvSpPr txBox="1"/>
          <p:nvPr/>
        </p:nvSpPr>
        <p:spPr>
          <a:xfrm>
            <a:off x="8094674" y="2470481"/>
            <a:ext cx="3210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iSans"/>
              </a:rPr>
              <a:t>面向车联网、共享行业、智慧城市、低空智联、智能抄表等 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iSans"/>
              </a:rPr>
              <a:t>20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iSans"/>
              </a:rPr>
              <a:t>多个行业提供全连接管理、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iSans"/>
              </a:rPr>
              <a:t>API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MiSans"/>
              </a:rPr>
              <a:t>服务、风险防控、数据运营等能力</a:t>
            </a:r>
            <a:endParaRPr lang="zh-CN" altLang="en-US" sz="1200" b="0" i="0" dirty="0">
              <a:solidFill>
                <a:srgbClr val="404040"/>
              </a:solidFill>
              <a:effectLst/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C6EE725-A412-8614-50F8-F03BA07F02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219" y="3590162"/>
            <a:ext cx="6182522" cy="302918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885290B2-0991-C27B-30AA-17730DF772C1}"/>
              </a:ext>
            </a:extLst>
          </p:cNvPr>
          <p:cNvSpPr/>
          <p:nvPr/>
        </p:nvSpPr>
        <p:spPr>
          <a:xfrm>
            <a:off x="439566" y="3933519"/>
            <a:ext cx="386326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itchFamily="2" charset="-122"/>
              </a:rPr>
              <a:t>基于</a:t>
            </a:r>
            <a:r>
              <a:rPr lang="zh-CN" altLang="en-US" b="1" dirty="0">
                <a:solidFill>
                  <a:srgbClr val="118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细黑" pitchFamily="2" charset="-122"/>
              </a:rPr>
              <a:t>物联网的水务数据采集整体方案</a:t>
            </a:r>
            <a:endParaRPr lang="en-US" altLang="zh-CN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细黑" pitchFamily="2" charset="-122"/>
            </a:endParaRPr>
          </a:p>
          <a:p>
            <a:endParaRPr lang="zh-CN" altLang="en-US" b="1" dirty="0">
              <a:solidFill>
                <a:srgbClr val="1184C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华文细黑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为供水公司管理层提供决策支持依据。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为管理部门提供商务智能分析、汇总报表。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为业务部门提供业务指标分析、运行监控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2297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335280" y="733003"/>
            <a:ext cx="9733280" cy="24553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35280" y="229871"/>
            <a:ext cx="321246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业务合作方向 | </a:t>
            </a:r>
            <a:r>
              <a:rPr kumimoji="1" lang="en-US" altLang="zh-CN" sz="220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</a:t>
            </a:r>
            <a:r>
              <a:rPr kumimoji="1" lang="zh-CN" altLang="en-US" sz="220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</a:p>
        </p:txBody>
      </p:sp>
      <p:sp>
        <p:nvSpPr>
          <p:cNvPr id="2" name="object 5"/>
          <p:cNvSpPr txBox="1"/>
          <p:nvPr/>
        </p:nvSpPr>
        <p:spPr>
          <a:xfrm>
            <a:off x="335280" y="917787"/>
            <a:ext cx="11429153" cy="746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6933" rIns="0" bIns="0" rtlCol="0">
            <a:no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嘉兴移动在移动市场业务方面行业领先，可为企业成员提供高质量的移动手机通信业务、家庭产品类业务，满足集团成员在语音、流量、家宽、手机终端、居家产品等增值业务等方面的各类需求。</a:t>
            </a:r>
            <a:endParaRPr 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7" name="矩形: 圆角 75"/>
          <p:cNvSpPr/>
          <p:nvPr>
            <p:custDataLst>
              <p:tags r:id="rId3"/>
            </p:custDataLst>
          </p:nvPr>
        </p:nvSpPr>
        <p:spPr>
          <a:xfrm>
            <a:off x="335280" y="2011680"/>
            <a:ext cx="5419513" cy="260604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63127" y="2981113"/>
            <a:ext cx="42197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合约购机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享购机优惠、套餐折扣等</a:t>
            </a:r>
          </a:p>
        </p:txBody>
      </p:sp>
      <p:sp>
        <p:nvSpPr>
          <p:cNvPr id="54" name="矩形 53"/>
          <p:cNvSpPr/>
          <p:nvPr/>
        </p:nvSpPr>
        <p:spPr>
          <a:xfrm>
            <a:off x="2003213" y="1736513"/>
            <a:ext cx="2053167" cy="430953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6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个人业务</a:t>
            </a:r>
          </a:p>
        </p:txBody>
      </p:sp>
      <p:sp>
        <p:nvSpPr>
          <p:cNvPr id="27" name="矩形: 圆角 75"/>
          <p:cNvSpPr/>
          <p:nvPr>
            <p:custDataLst>
              <p:tags r:id="rId4"/>
            </p:custDataLst>
          </p:nvPr>
        </p:nvSpPr>
        <p:spPr>
          <a:xfrm>
            <a:off x="6064673" y="2011680"/>
            <a:ext cx="5634567" cy="2605193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816427" y="1736513"/>
            <a:ext cx="2053167" cy="430953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6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家庭业务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3127" y="3533140"/>
            <a:ext cx="42197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套餐焕新 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享流量加赠、套餐权益等</a:t>
            </a:r>
            <a:endParaRPr lang="en-US" altLang="zh-CN" sz="1335" b="1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127" y="4085167"/>
            <a:ext cx="42197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个人产品 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随心选年包、生活卡年卡等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……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84900" y="2335107"/>
            <a:ext cx="41562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新装宽带 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千兆高速宽带、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FTTR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、宽带电视等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184900" y="2963333"/>
            <a:ext cx="42197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云电脑 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一体机、云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PAD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、云笔电等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84900" y="4219787"/>
            <a:ext cx="468122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居家产品 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智能门锁、康养产品（血压仪等）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84900" y="3591560"/>
            <a:ext cx="4219787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智能家庭服务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移动看家、家庭组网等</a:t>
            </a:r>
          </a:p>
        </p:txBody>
      </p:sp>
      <p:sp>
        <p:nvSpPr>
          <p:cNvPr id="41" name="矩形 40"/>
          <p:cNvSpPr/>
          <p:nvPr/>
        </p:nvSpPr>
        <p:spPr>
          <a:xfrm>
            <a:off x="2043853" y="5009727"/>
            <a:ext cx="9756987" cy="13741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9" name="矩形 38"/>
          <p:cNvSpPr/>
          <p:nvPr/>
        </p:nvSpPr>
        <p:spPr>
          <a:xfrm>
            <a:off x="335280" y="5010573"/>
            <a:ext cx="1550247" cy="137414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合作方向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143760" y="5218853"/>
            <a:ext cx="95554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buClrTx/>
              <a:buSzTx/>
              <a:buFont typeface="Wingdings" panose="05000000000000000000" charset="0"/>
              <a:buChar char="ü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客户经理专人对接，根据企业需求进驻服务，为企业员工提供专属服务和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针对性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业务办理。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63127" y="2410460"/>
            <a:ext cx="505121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新号卡</a:t>
            </a:r>
            <a:r>
              <a:rPr lang="en-US" altLang="zh-CN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335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丰富的套餐类型、优惠资费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143760" y="5745480"/>
            <a:ext cx="95554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buClrTx/>
              <a:buSzTx/>
              <a:buFont typeface="Wingdings" panose="05000000000000000000" charset="0"/>
              <a:buChar char="ü"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可针对企业员工进行更优惠的业务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批量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统一办理和产品认购。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6880" y="3551767"/>
            <a:ext cx="949960" cy="10092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340" y="3589867"/>
            <a:ext cx="1251373" cy="854287"/>
          </a:xfrm>
          <a:prstGeom prst="rect">
            <a:avLst/>
          </a:prstGeom>
          <a:effectLst/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2687" y="2186093"/>
            <a:ext cx="999913" cy="12014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7727" y="2081107"/>
            <a:ext cx="949113" cy="11870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088,&quot;width&quot;:169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1114</Words>
  <Application>Microsoft Office PowerPoint</Application>
  <PresentationFormat>宽屏</PresentationFormat>
  <Paragraphs>159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MiSans</vt:lpstr>
      <vt:lpstr>黑体</vt:lpstr>
      <vt:lpstr>华康行楷体 W5</vt:lpstr>
      <vt:lpstr>微软雅黑</vt:lpstr>
      <vt:lpstr>字魂105号-简雅黑</vt:lpstr>
      <vt:lpstr>字魂58号-创中黑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20</cp:revision>
  <dcterms:created xsi:type="dcterms:W3CDTF">2023-08-09T12:44:00Z</dcterms:created>
  <dcterms:modified xsi:type="dcterms:W3CDTF">2025-09-25T02:21:34Z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7004EBB1B8FA4F9EB4BFE7E382B0C6DB_12</vt:lpwstr>
  </property>
  <property fmtid="{D5CDD505-2E9C-101B-9397-08002B2CF9AE}" pid="3" name="KSOProductBuildVer">
    <vt:lpwstr>2052-12.8.2.19315</vt:lpwstr>
  </property>
</Properties>
</file>
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3"/>
    <p:sldMasterId id="2147483674" r:id="rId4"/>
    <p:sldMasterId id="2147483685" r:id="rId5"/>
  </p:sldMasterIdLst>
  <p:notesMasterIdLst>
    <p:notesMasterId r:id="rId7"/>
  </p:notesMasterIdLst>
  <p:handoutMasterIdLst>
    <p:handoutMasterId r:id="rId12"/>
  </p:handoutMasterIdLst>
  <p:sldIdLst>
    <p:sldId id="4509" r:id="rId6"/>
    <p:sldId id="4528" r:id="rId8"/>
    <p:sldId id="4525" r:id="rId9"/>
    <p:sldId id="4516" r:id="rId10"/>
    <p:sldId id="4483" r:id="rId11"/>
  </p:sldIdLst>
  <p:sldSz cx="12192000" cy="6858000"/>
  <p:notesSz cx="9945370" cy="681355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8" userDrawn="1">
          <p15:clr>
            <a:srgbClr val="A4A3A4"/>
          </p15:clr>
        </p15:guide>
        <p15:guide id="2" pos="5192" userDrawn="1">
          <p15:clr>
            <a:srgbClr val="A4A3A4"/>
          </p15:clr>
        </p15:guide>
        <p15:guide id="3" orient="horz" pos="746" userDrawn="1">
          <p15:clr>
            <a:srgbClr val="A4A3A4"/>
          </p15:clr>
        </p15:guide>
        <p15:guide id="4" pos="7358" userDrawn="1">
          <p15:clr>
            <a:srgbClr val="A4A3A4"/>
          </p15:clr>
        </p15:guide>
        <p15:guide id="5" pos="306" userDrawn="1">
          <p15:clr>
            <a:srgbClr val="A4A3A4"/>
          </p15:clr>
        </p15:guide>
        <p15:guide id="6" pos="2357" userDrawn="1">
          <p15:clr>
            <a:srgbClr val="A4A3A4"/>
          </p15:clr>
        </p15:guide>
        <p15:guide id="7" orient="horz" pos="3792" userDrawn="1">
          <p15:clr>
            <a:srgbClr val="A4A3A4"/>
          </p15:clr>
        </p15:guide>
        <p15:guide id="8" pos="41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797" name="未知用户443" initials="未" lastIdx="1" clrIdx="0"/>
  <p:cmAuthor id="1" name="王玉婷" initials="王玉婷" lastIdx="1" clrIdx="0"/>
  <p:cmAuthor id="798" name="未知用户411" initials="未" lastIdx="3" clrIdx="1"/>
  <p:cmAuthor id="2" name="作者" initials="A" lastIdx="0" clrIdx="1"/>
  <p:cmAuthor id="799" name="未知用户444" initials="未" lastIdx="6" clrIdx="0"/>
  <p:cmAuthor id="3" name="张霖|zhanglin6" initials="张霖" lastIdx="1" clrIdx="2"/>
  <p:cmAuthor id="800" name="未知用户413" initials="未" lastIdx="1" clrIdx="1"/>
  <p:cmAuthor id="4" name="shenxiaowei1@zj.cmcc" initials="s" lastIdx="1" clrIdx="3"/>
  <p:cmAuthor id="801" name="未知用户445" initials="未" lastIdx="1" clrIdx="0"/>
  <p:cmAuthor id="5" name="fanshaowen" initials="f" lastIdx="1" clrIdx="4"/>
  <p:cmAuthor id="287643681" name="殷格非" initials="殷" lastIdx="2" clrIdx="0"/>
  <p:cmAuthor id="802" name="未知用户446" initials="未" lastIdx="1" clrIdx="0"/>
  <p:cmAuthor id="6" name="陈培|chenpei1" initials="陈培" lastIdx="1" clrIdx="5"/>
  <p:cmAuthor id="287643682" name="z r" initials="zr" lastIdx="5" clrIdx="12"/>
  <p:cmAuthor id="803" name="未知用户447" initials="未" lastIdx="1" clrIdx="0"/>
  <p:cmAuthor id="7" name="林莺巧|linyingqiao" initials="林莺巧" lastIdx="1" clrIdx="6"/>
  <p:cmAuthor id="287643683" name="石晓利" initials="C" lastIdx="1" clrIdx="13"/>
  <p:cmAuthor id="804" name="未知用户448" initials="未" lastIdx="1" clrIdx="0"/>
  <p:cmAuthor id="8" name="方小伟|lqfxw" initials="方小伟" lastIdx="2" clrIdx="7"/>
  <p:cmAuthor id="287643684" name="孟芳芳（借调）" initials="V" lastIdx="2" clrIdx="37"/>
  <p:cmAuthor id="805" name="未知用户333" initials="未" lastIdx="1" clrIdx="0"/>
  <p:cmAuthor id="9" name="金骏|jinjun4" initials="金骏" lastIdx="1" clrIdx="8"/>
  <p:cmAuthor id="287643685" name="亮" initials="亮" lastIdx="1" clrIdx="44"/>
  <p:cmAuthor id="806" name="未知用户417" initials="未" lastIdx="1" clrIdx="0"/>
  <p:cmAuthor id="10" name="zhengqianqian9" initials="z" lastIdx="1" clrIdx="9"/>
  <p:cmAuthor id="287643686" name="夜尽迟渊_UrQfrmQZ" initials="authorId_501680251" lastIdx="0" clrIdx="0"/>
  <p:cmAuthor id="807" name="未知用户449" initials="未" lastIdx="1" clrIdx="0"/>
  <p:cmAuthor id="11" name="杜梦媛|dumengyuan" initials="杜梦媛" lastIdx="1" clrIdx="10"/>
  <p:cmAuthor id="287643687" name="王丰_aE3uARfm" initials="authorId_383357774" lastIdx="0" clrIdx="0"/>
  <p:cmAuthor id="808" name="未知用户418" initials="未" lastIdx="1" clrIdx="0"/>
  <p:cmAuthor id="12" name="单力峰|danlifeng" initials="单力峰" lastIdx="1" clrIdx="11"/>
  <p:cmAuthor id="287643688" name="方少_UbQfrimU" initials="authorId_442114952" lastIdx="0" clrIdx="0"/>
  <p:cmAuthor id="809" name="未知用户450" initials="未" lastIdx="6" clrIdx="0"/>
  <p:cmAuthor id="13" name="admin/Zmcc" initials="admin" lastIdx="1" clrIdx="12"/>
  <p:cmAuthor id="287643689" name="叶盛_Q3A3IfEf" initials="authorId_506280334" lastIdx="0" clrIdx="0"/>
  <p:cmAuthor id="810" name="未知用户423" initials="未" lastIdx="0" clrIdx="0"/>
  <p:cmAuthor id="14" name="柯能|keneng" initials="柯能" lastIdx="1" clrIdx="13"/>
  <p:cmAuthor id="287643690" name="Harley._bEJrUJ7r" initials="authorId_432156705" lastIdx="0" clrIdx="0"/>
  <p:cmAuthor id="811" name="未知用户424" initials="未" lastIdx="5" clrIdx="0"/>
  <p:cmAuthor id="15" name="yangkuan1@zj.cmcc" initials="杨宽" lastIdx="1" clrIdx="14"/>
  <p:cmAuthor id="287643691" name="罗平_VB7vJb2E" initials="authorId_305049361" lastIdx="0" clrIdx="0"/>
  <p:cmAuthor id="812" name="未知用户425" initials="未" lastIdx="3" clrIdx="1"/>
  <p:cmAuthor id="16" name="WHX" initials="W" lastIdx="1" clrIdx="15"/>
  <p:cmAuthor id="287643692" name="xixi_nUjqe22E" initials="authorId_359229261" lastIdx="0" clrIdx="0"/>
  <p:cmAuthor id="813" name="未知用户451" initials="未" lastIdx="1" clrIdx="0"/>
  <p:cmAuthor id="17" name="俞悦|yuyue9" initials="俞悦" lastIdx="1" clrIdx="16"/>
  <p:cmAuthor id="287643693" name="安安_zm6nYnYZ" initials="authorId_347340296" lastIdx="0" clrIdx="0"/>
  <p:cmAuthor id="814" name="未知用户452" initials="未" lastIdx="1" clrIdx="0"/>
  <p:cmAuthor id="18" name="张燕" initials="MSOffice" lastIdx="1" clrIdx="17"/>
  <p:cmAuthor id="287643694" name="nature_emInFJF7" initials="authorId_313163542" lastIdx="0" clrIdx="0"/>
  <p:cmAuthor id="815" name="未知用户453" initials="未" lastIdx="1" clrIdx="0"/>
  <p:cmAuthor id="19" name="Saku Uchikawa" initials="S" lastIdx="11" clrIdx="0"/>
  <p:cmAuthor id="287643695" name="杨思思_VNjyvY7j" initials="authorId_430925712" lastIdx="0" clrIdx="0"/>
  <p:cmAuthor id="816" name="未知用户454" initials="未" lastIdx="1" clrIdx="2"/>
  <p:cmAuthor id="20" name="00065088" initials="0" lastIdx="2" clrIdx="19"/>
  <p:cmAuthor id="146566726" name="高飞" initials="高" lastIdx="0" clrIdx="0"/>
  <p:cmAuthor id="287643696" name="周君_MfIffYra" initials="authorId_375419134" lastIdx="0" clrIdx="0"/>
  <p:cmAuthor id="817" name="未知用户455" initials="未" lastIdx="1" clrIdx="0"/>
  <p:cmAuthor id="21" name="sunyufang" initials="s" lastIdx="1" clrIdx="21"/>
  <p:cmAuthor id="146566727" name="xzb1" initials="x" lastIdx="1" clrIdx="1"/>
  <p:cmAuthor id="818" name="未知用户456" initials="未" lastIdx="1" clrIdx="0"/>
  <p:cmAuthor id="22" name="蔡建楠" initials="caijianna" lastIdx="15" clrIdx="17"/>
  <p:cmAuthor id="819" name="未知用户457" initials="未" lastIdx="10" clrIdx="0"/>
  <p:cmAuthor id="23" name="10009110" initials="1" lastIdx="23" clrIdx="22"/>
  <p:cmAuthor id="820" name="未知用户458" initials="未" lastIdx="1" clrIdx="0"/>
  <p:cmAuthor id="24" name="李蕾00009994" initials="李" lastIdx="6" clrIdx="17"/>
  <p:cmAuthor id="821" name="風輕 雲淡" initials="風輕" lastIdx="1" clrIdx="511"/>
  <p:cmAuthor id="25" name="wyz" initials="w" lastIdx="1" clrIdx="24"/>
  <p:cmAuthor id="822" name="张 青山" initials="张" lastIdx="6" clrIdx="545"/>
  <p:cmAuthor id="26" name="10270945" initials="1" lastIdx="2" clrIdx="25"/>
  <p:cmAuthor id="823" name="张青山" initials="张青山" lastIdx="1" clrIdx="546"/>
  <p:cmAuthor id="27" name="zrf" initials="zrf" lastIdx="3" clrIdx="26"/>
  <p:cmAuthor id="28" name="Hou Yingfeng" initials="H" lastIdx="10" clrIdx="23"/>
  <p:cmAuthor id="29" name="赵诚荣10027092" initials="赵" lastIdx="2" clrIdx="25"/>
  <p:cmAuthor id="30" name="10056791" initials="ZTE" lastIdx="1" clrIdx="29"/>
  <p:cmAuthor id="31" name="Author" initials="A" lastIdx="0" clrIdx="30"/>
  <p:cmAuthor id="32" name="李楠10047711" initials="李楠10047711" lastIdx="2" clrIdx="31"/>
  <p:cmAuthor id="829" name="未知用户471" initials="未" lastIdx="1" clrIdx="0"/>
  <p:cmAuthor id="33" name="10045953" initials="1" lastIdx="1" clrIdx="32"/>
  <p:cmAuthor id="830" name="未知用户472" initials="未" lastIdx="1" clrIdx="0"/>
  <p:cmAuthor id="34" name="Y Y" initials="YY" lastIdx="2" clrIdx="33"/>
  <p:cmAuthor id="831" name="未知用户473" initials="未" lastIdx="4" clrIdx="0"/>
  <p:cmAuthor id="35" name="Administrator" initials="A" lastIdx="1" clrIdx="35"/>
  <p:cmAuthor id="36" name="Microsoft 帐户" initials="M帐" lastIdx="6" clrIdx="36"/>
  <p:cmAuthor id="37" name="zhulinfeng3" initials="z" lastIdx="1" clrIdx="36"/>
  <p:cmAuthor id="834" name="进 揭" initials="进" lastIdx="1" clrIdx="87"/>
  <p:cmAuthor id="38" name="migu" initials="m" lastIdx="3" clrIdx="37"/>
  <p:cmAuthor id="835" name="未知用户475" initials="未" lastIdx="0" clrIdx="0"/>
  <p:cmAuthor id="39" name="ytyan" initials="y" lastIdx="2" clrIdx="38"/>
  <p:cmAuthor id="836" name="未知用户476" initials="未" lastIdx="1" clrIdx="0"/>
  <p:cmAuthor id="40" name="huhuajun" initials="h" lastIdx="1" clrIdx="39"/>
  <p:cmAuthor id="475196944" name="姚琳" initials="姚" lastIdx="1133934" clrIdx="0"/>
  <p:cmAuthor id="41" name="tangxianwei@zj.cmcc" initials="t" lastIdx="1" clrIdx="40"/>
  <p:cmAuthor id="475196945" name="chen" initials="c" lastIdx="1" clrIdx="2"/>
  <p:cmAuthor id="838" name="未知用户489" initials="未" lastIdx="1" clrIdx="0"/>
  <p:cmAuthor id="604287035" name="袁昭成" initials="袁" lastIdx="2" clrIdx="710"/>
  <p:cmAuthor id="42" name="徐秋月|xuqiuyue1" initials="徐秋月" lastIdx="1" clrIdx="41"/>
  <p:cmAuthor id="839" name="未知用户488" initials="未" lastIdx="10" clrIdx="0"/>
  <p:cmAuthor id="43" name="钱鑫妮|qianxinni" initials="钱鑫妮" lastIdx="1" clrIdx="42"/>
  <p:cmAuthor id="840" name="未知用户490" initials="未" lastIdx="1" clrIdx="0"/>
  <p:cmAuthor id="44" name="成玉玉" initials="成" lastIdx="1" clrIdx="43"/>
  <p:cmAuthor id="841" name="未知用户477" initials="未" lastIdx="2" clrIdx="0"/>
  <p:cmAuthor id="45" name="赵晓鸿|zhaoxiaohong4" initials="赵晓鸿" lastIdx="1" clrIdx="44"/>
  <p:cmAuthor id="842" name="未知用户478" initials="未" lastIdx="1" clrIdx="0"/>
  <p:cmAuthor id="46" name="何已龙" initials="何" lastIdx="2" clrIdx="2"/>
  <p:cmAuthor id="843" name="10015046" initials="1" lastIdx="1" clrIdx="842"/>
  <p:cmAuthor id="47" name="叶得会" initials="叶" lastIdx="8" clrIdx="0"/>
  <p:cmAuthor id="844" name="未知用户480" initials="未" lastIdx="1" clrIdx="0"/>
  <p:cmAuthor id="48" name="仇怿俊" initials="仇" lastIdx="0" clrIdx="0"/>
  <p:cmAuthor id="845" name="未知用户481" initials="未" lastIdx="10" clrIdx="0"/>
  <p:cmAuthor id="49" name="卢晨|luchen" initials="卢晨" lastIdx="2" clrIdx="48"/>
  <p:cmAuthor id="846" name="未知用户271" initials="未" lastIdx="1" clrIdx="0"/>
  <p:cmAuthor id="50" name="Lenovo" initials="L" lastIdx="1" clrIdx="49"/>
  <p:cmAuthor id="847" name="未知用户388" initials="未" lastIdx="1" clrIdx="0"/>
  <p:cmAuthor id="51" name="吴杰" initials="吴" lastIdx="1" clrIdx="0"/>
  <p:cmAuthor id="848" name="未知用户484" initials="未" lastIdx="1" clrIdx="0"/>
  <p:cmAuthor id="52" name="沈霄雷" initials="沈" lastIdx="833089" clrIdx="0"/>
  <p:cmAuthor id="849" name="未知用户224" initials="未" lastIdx="5" clrIdx="0"/>
  <p:cmAuthor id="53" name="陆晨凯|luchenkai" initials="陆晨凯" lastIdx="1" clrIdx="52"/>
  <p:cmAuthor id="850" name="jesschin" initials="j" lastIdx="1" clrIdx="510"/>
  <p:cmAuthor id="54" name="yi tian" initials="y" lastIdx="1" clrIdx="25"/>
  <p:cmAuthor id="55" name="陈尚文" initials="陈" lastIdx="1" clrIdx="1"/>
  <p:cmAuthor id="56" name="Pei" initials="P" lastIdx="0" clrIdx="1"/>
  <p:cmAuthor id="57" name="范作霖" initials="范" lastIdx="1" clrIdx="22"/>
  <p:cmAuthor id="854" name="未知用户487" initials="未" lastIdx="0" clrIdx="0"/>
  <p:cmAuthor id="58" name="包珊珊" initials="包" lastIdx="7" clrIdx="23"/>
  <p:cmAuthor id="59" name="�ǲ�����" initials="�" lastIdx="1" clrIdx="35"/>
  <p:cmAuthor id="498628763" name="莫凡" initials="莫" lastIdx="1" clrIdx="647"/>
  <p:cmAuthor id="856" name="未知用户259" initials="未" lastIdx="1" clrIdx="0"/>
  <p:cmAuthor id="60" name="牛宏民" initials="牛" lastIdx="2" clrIdx="0"/>
  <p:cmAuthor id="61" name="毛香勤" initials="毛" lastIdx="26" clrIdx="6"/>
  <p:cmAuthor id="62" name="樊佳佳" initials="樊" lastIdx="59" clrIdx="5"/>
  <p:cmAuthor id="63" name="zxl" initials="z" lastIdx="11" clrIdx="62"/>
  <p:cmAuthor id="64" name="fgx" initials="f" lastIdx="6" clrIdx="6"/>
  <p:cmAuthor id="861" name="seki" initials="s" lastIdx="1" clrIdx="0"/>
  <p:cmAuthor id="65" name="惠莲" initials="惠" lastIdx="37" clrIdx="4"/>
  <p:cmAuthor id="66" name="邢辰凤" initials="邢" lastIdx="45" clrIdx="7"/>
  <p:cmAuthor id="67" name="高永刚" initials="高" lastIdx="2" clrIdx="36"/>
  <p:cmAuthor id="864" name="未知用户270" initials="未" lastIdx="1" clrIdx="0"/>
  <p:cmAuthor id="68" name="光启" initials="光" lastIdx="1" clrIdx="0"/>
  <p:cmAuthor id="69" name="侯雪飞" initials="侯" lastIdx="1" clrIdx="0"/>
  <p:cmAuthor id="866" name="USER631805" initials="U" lastIdx="1" clrIdx="865"/>
  <p:cmAuthor id="70" name="太海峰" initials="太" lastIdx="1" clrIdx="34"/>
  <p:cmAuthor id="71" name="左敏" initials="ZM" lastIdx="2" clrIdx="0"/>
  <p:cmAuthor id="868" name="俊呈 賴" initials="俊" lastIdx="1" clrIdx="87"/>
  <p:cmAuthor id="72" name="未知用户19" initials="未" lastIdx="1" clrIdx="0"/>
  <p:cmAuthor id="73" name="未知用户21" initials="未" lastIdx="1" clrIdx="0"/>
  <p:cmAuthor id="74" name="未知用户14" initials="未" lastIdx="1" clrIdx="0"/>
  <p:cmAuthor id="871" name="Nero" initials="N" lastIdx="2" clrIdx="0"/>
  <p:cmAuthor id="75" name="未知用户15" initials="未" lastIdx="1" clrIdx="0"/>
  <p:cmAuthor id="872" name="yifan song" initials="y" lastIdx="1" clrIdx="85"/>
  <p:cmAuthor id="76" name="未知用户16" initials="未" lastIdx="4" clrIdx="0"/>
  <p:cmAuthor id="77" name="w x" initials="wx" lastIdx="2" clrIdx="26"/>
  <p:cmAuthor id="78" name="SHEN Chao" initials="SC" lastIdx="1" clrIdx="37"/>
  <p:cmAuthor id="79" name="刘丽仙" initials="刘" lastIdx="4" clrIdx="33"/>
  <p:cmAuthor id="876" name="莊安君" initials="莊" lastIdx="1" clrIdx="65"/>
  <p:cmAuthor id="80" name="未知的使用者73" initials="" lastIdx="1" clrIdx="0"/>
  <p:cmAuthor id="81" name="杨艳霞" initials="杨" lastIdx="34" clrIdx="1"/>
  <p:cmAuthor id="82" name="未定义" initials="未" lastIdx="1" clrIdx="1"/>
  <p:cmAuthor id="879" name="陳建璋" initials="陳" lastIdx="2" clrIdx="85"/>
  <p:cmAuthor id="83" name="Mary Feil-Jacobs" initials="" lastIdx="43" clrIdx="1"/>
  <p:cmAuthor id="880" name="建璋" initials="建" lastIdx="1" clrIdx="86"/>
  <p:cmAuthor id="84" name="dingbo" initials="d" lastIdx="1" clrIdx="0"/>
  <p:cmAuthor id="85" name="李永欣" initials="李" lastIdx="1" clrIdx="0"/>
  <p:cmAuthor id="882" name="77482" initials="7" lastIdx="2" clrIdx="548"/>
  <p:cmAuthor id="86" name="王鹏凯" initials="" lastIdx="1" clrIdx="0"/>
  <p:cmAuthor id="883" name="未知用户265" initials="未" lastIdx="2" clrIdx="0"/>
  <p:cmAuthor id="87" name="yj W" initials="y" lastIdx="1" clrIdx="26"/>
  <p:cmAuthor id="884" name="未知用户267" initials="未" lastIdx="1" clrIdx="0"/>
  <p:cmAuthor id="88" name="未知用户23" initials="未" lastIdx="1" clrIdx="1"/>
  <p:cmAuthor id="885" name="liuxie" initials="l" lastIdx="1" clrIdx="588"/>
  <p:cmAuthor id="89" name="未知用户24" initials="未" lastIdx="1" clrIdx="0"/>
  <p:cmAuthor id="90" name="未知用户25" initials="未" lastIdx="1" clrIdx="0"/>
  <p:cmAuthor id="887" name="未知用户241" initials="未" lastIdx="0" clrIdx="1"/>
  <p:cmAuthor id="91" name="未知用户26" initials="未" lastIdx="1" clrIdx="0"/>
  <p:cmAuthor id="888" name="未知用户242" initials="未" lastIdx="3" clrIdx="0"/>
  <p:cmAuthor id="92" name="未知用户27" initials="未" lastIdx="1" clrIdx="0"/>
  <p:cmAuthor id="93" name="未知用户28" initials="未" lastIdx="1" clrIdx="0"/>
  <p:cmAuthor id="890" name="未知用户227" initials="未" lastIdx="1" clrIdx="0"/>
  <p:cmAuthor id="94" name="未知用户29" initials="未" lastIdx="1" clrIdx="0"/>
  <p:cmAuthor id="891" name="未知用户298" initials="未" lastIdx="1" clrIdx="0"/>
  <p:cmAuthor id="95" name="未知的使用者115" initials="" lastIdx="1" clrIdx="1"/>
  <p:cmAuthor id="892" name="未知用户299" initials="未" lastIdx="1" clrIdx="0"/>
  <p:cmAuthor id="96" name="张宏伟" initials="张" lastIdx="46" clrIdx="0"/>
  <p:cmAuthor id="97" name="Yuan Hu" initials="Y" lastIdx="1" clrIdx="0"/>
  <p:cmAuthor id="894" name="未知用户302" initials="未" lastIdx="1" clrIdx="0"/>
  <p:cmAuthor id="98" name="未知用户17" initials="" lastIdx="0" clrIdx="1"/>
  <p:cmAuthor id="99" name="Ying Li" initials="Y" lastIdx="1" clrIdx="2"/>
  <p:cmAuthor id="100" name="李威" initials="李" lastIdx="1" clrIdx="3"/>
  <p:cmAuthor id="101" name="未知的使用者16" initials="" lastIdx="6" clrIdx="0"/>
  <p:cmAuthor id="898" name="許詩婕" initials="許" lastIdx="1" clrIdx="1"/>
  <p:cmAuthor id="102" name="李百秋" initials="李" lastIdx="3" clrIdx="21"/>
  <p:cmAuthor id="103" name="张立鑫" initials="张" lastIdx="1" clrIdx="23"/>
  <p:cmAuthor id="900" name="minil" initials="m" lastIdx="4" clrIdx="589"/>
  <p:cmAuthor id="104" name="杨静" initials="杨" lastIdx="1" clrIdx="22"/>
  <p:cmAuthor id="901" name="15106" initials="1" lastIdx="4" clrIdx="0"/>
  <p:cmAuthor id="105" name="未知的使用者121" initials="" lastIdx="1" clrIdx="1"/>
  <p:cmAuthor id="106" name="YuQing" initials="Y" lastIdx="9" clrIdx="0"/>
  <p:cmAuthor id="903" name="赵 璐" initials="赵" lastIdx="4" clrIdx="0"/>
  <p:cmAuthor id="107" name="周元元" initials="" lastIdx="5" clrIdx="0"/>
  <p:cmAuthor id="904" name="Zhu, Hawk" initials="Z" lastIdx="1" clrIdx="0"/>
  <p:cmAuthor id="108" name="未知的使用者27" initials="" lastIdx="8" clrIdx="0"/>
  <p:cmAuthor id="905" name="tanjp" initials="t" lastIdx="0" clrIdx="491"/>
  <p:cmAuthor id="906" name="YS" initials="Y" lastIdx="1" clrIdx="86"/>
  <p:cmAuthor id="110" name="未知的使用者30" initials="" lastIdx="8" clrIdx="0"/>
  <p:cmAuthor id="111" name="未知的使用者53" initials="" lastIdx="1" clrIdx="0"/>
  <p:cmAuthor id="112" name="郑廷东" initials="郑" lastIdx="25" clrIdx="0"/>
  <p:cmAuthor id="113" name="未知的使用者25" initials="" lastIdx="1" clrIdx="0"/>
  <p:cmAuthor id="910" name="Jdi" initials="J" lastIdx="0" clrIdx="0"/>
  <p:cmAuthor id="114" name="liupeng" initials="" lastIdx="1" clrIdx="1"/>
  <p:cmAuthor id="911" name="未知用户337" initials="未" lastIdx="1" clrIdx="0"/>
  <p:cmAuthor id="115" name="mac" initials="m" lastIdx="1" clrIdx="0"/>
  <p:cmAuthor id="912" name="未知用户239" initials="未" lastIdx="3" clrIdx="0"/>
  <p:cmAuthor id="116" name="AbuSina" initials="" lastIdx="2" clrIdx="0"/>
  <p:cmAuthor id="913" name="chenmh" initials="c" lastIdx="1" clrIdx="85"/>
  <p:cmAuthor id="117" name="刘豹" initials="刘" lastIdx="0" clrIdx="0"/>
  <p:cmAuthor id="914" name="CVTEr" initials="C" lastIdx="1" clrIdx="0"/>
  <p:cmAuthor id="118" name="张艳芳" initials="张" lastIdx="3" clrIdx="0"/>
  <p:cmAuthor id="915" name="June C" initials="J" lastIdx="1" clrIdx="4"/>
  <p:cmAuthor id="119" name="王志刚" initials="王" lastIdx="1" clrIdx="0"/>
  <p:cmAuthor id="916" name="00270" initials="0" lastIdx="1" clrIdx="0"/>
  <p:cmAuthor id="120" name="郑汝鸿" initials="郑" lastIdx="2" clrIdx="0"/>
  <p:cmAuthor id="917" name="IBM_USER" initials="I" lastIdx="4" clrIdx="1"/>
  <p:cmAuthor id="121" name="徐杰" initials="徐" lastIdx="1" clrIdx="0"/>
  <p:cmAuthor id="918" name="aa" initials="a" lastIdx="10" clrIdx="9"/>
  <p:cmAuthor id="122" name="席美娟" initials="席" lastIdx="4" clrIdx="1"/>
  <p:cmAuthor id="919" name="shinevin liu" initials="s" lastIdx="1" clrIdx="3"/>
  <p:cmAuthor id="123" name="王景红" initials="王" lastIdx="6" clrIdx="3"/>
  <p:cmAuthor id="920" name="Davidpeng" initials="D" lastIdx="1" clrIdx="10"/>
  <p:cmAuthor id="124" name="未知用户7" initials="" lastIdx="1" clrIdx="0"/>
  <p:cmAuthor id="921" name="dbc" initials="d" lastIdx="2" clrIdx="0"/>
  <p:cmAuthor id="125" name="未知的使用者56" initials="" lastIdx="1" clrIdx="0"/>
  <p:cmAuthor id="922" name="吴军影" initials="吴" lastIdx="10" clrIdx="0"/>
  <p:cmAuthor id="126" name="未知用户46" initials="未" lastIdx="1" clrIdx="1"/>
  <p:cmAuthor id="923" name="冯学沛" initials="冯" lastIdx="1" clrIdx="1"/>
  <p:cmAuthor id="127" name="未知的使用者119" initials="" lastIdx="1" clrIdx="2"/>
  <p:cmAuthor id="924" name="杨 超" initials="杨" lastIdx="1" clrIdx="3"/>
  <p:cmAuthor id="129" name="徐 正国" initials="徐" lastIdx="1" clrIdx="45"/>
  <p:cmAuthor id="926" name="Rex" initials="R" lastIdx="0" clrIdx="0"/>
  <p:cmAuthor id="130" name="未知的使用者103" initials="" lastIdx="8" clrIdx="0"/>
  <p:cmAuthor id="131" name="杨秀丰" initials="杨" lastIdx="62" clrIdx="2"/>
  <p:cmAuthor id="132" name="未知的使用者117" initials="" lastIdx="1" clrIdx="0"/>
  <p:cmAuthor id="133" name="未知的使用者33" initials="" lastIdx="1" clrIdx="0"/>
  <p:cmAuthor id="134" name="liang ma" initials="l" lastIdx="1" clrIdx="35"/>
  <p:cmAuthor id="135" name="未知用户67" initials="" lastIdx="1" clrIdx="0"/>
  <p:cmAuthor id="136" name="未知用户114" initials="" lastIdx="1" clrIdx="0"/>
  <p:cmAuthor id="137" name="未知用户47" initials="未" lastIdx="1" clrIdx="0"/>
  <p:cmAuthor id="138" name="未知的使用者67" initials="" lastIdx="1" clrIdx="0"/>
  <p:cmAuthor id="139" name="未知用户42" initials="未" lastIdx="2" clrIdx="2"/>
  <p:cmAuthor id="140" name="未知用户43" initials="未" lastIdx="1" clrIdx="0"/>
  <p:cmAuthor id="141" name="未知用户48" initials="未" lastIdx="34" clrIdx="0"/>
  <p:cmAuthor id="441412215" name="tonghailan" initials="t" lastIdx="1126972" clrIdx="1"/>
  <p:cmAuthor id="142" name="未知用户49" initials="未" lastIdx="10" clrIdx="0"/>
  <p:cmAuthor id="143" name="未知用户50" initials="未" lastIdx="4" clrIdx="0"/>
  <p:cmAuthor id="144" name="未知用户51" initials="未" lastIdx="1" clrIdx="0"/>
  <p:cmAuthor id="145" name="未知用户52" initials="未" lastIdx="10" clrIdx="0"/>
  <p:cmAuthor id="146" name="未知用户53" initials="未" lastIdx="1" clrIdx="0"/>
  <p:cmAuthor id="147" name="未知用户54" initials="未" lastIdx="8" clrIdx="0"/>
  <p:cmAuthor id="148" name="未知用户55" initials="未" lastIdx="1" clrIdx="0"/>
  <p:cmAuthor id="149" name="未知用户56" initials="未" lastIdx="1" clrIdx="0"/>
  <p:cmAuthor id="150" name="未知用户57" initials="未" lastIdx="4" clrIdx="0"/>
  <p:cmAuthor id="151" name="未知用户58" initials="未" lastIdx="4" clrIdx="33"/>
  <p:cmAuthor id="152" name="未知用户59" initials="未" lastIdx="4" clrIdx="0"/>
  <p:cmAuthor id="154" name="未知的使用者68" initials="" lastIdx="1" clrIdx="0"/>
  <p:cmAuthor id="155" name="mm" initials="" lastIdx="1" clrIdx="0"/>
  <p:cmAuthor id="156" name="不明使用者20" initials="不" lastIdx="1" clrIdx="0"/>
  <p:cmAuthor id="157" name="未知用户82" initials="未" lastIdx="1" clrIdx="0"/>
  <p:cmAuthor id="158" name="huawei" initials="h" lastIdx="1" clrIdx="157"/>
  <p:cmAuthor id="159" name="lenovo" initials="l" lastIdx="1" clrIdx="158"/>
  <p:cmAuthor id="160" name="未知的使用者55" initials="未" lastIdx="1" clrIdx="0"/>
  <p:cmAuthor id="161" name="未知的使用者111" initials="未" lastIdx="1" clrIdx="0"/>
  <p:cmAuthor id="162" name="未知的使用者50" initials="未" lastIdx="1" clrIdx="0"/>
  <p:cmAuthor id="163" name="未知的使用者11" initials="未" lastIdx="1" clrIdx="0"/>
  <p:cmAuthor id="165" name="刘春杰10244342" initials="刘" lastIdx="1" clrIdx="41"/>
  <p:cmAuthor id="166" name="未知用户106" initials="未" lastIdx="1" clrIdx="0"/>
  <p:cmAuthor id="167" name="未知用户116" initials="未" lastIdx="1" clrIdx="1"/>
  <p:cmAuthor id="168" name="未知的使用者150" initials="未" lastIdx="1" clrIdx="0"/>
  <p:cmAuthor id="169" name="齐登宝" initials="齐" lastIdx="1" clrIdx="1"/>
  <p:cmAuthor id="170" name="未知的使用者112" initials="未" lastIdx="1" clrIdx="1"/>
  <p:cmAuthor id="171" name="Kevin Hu" initials="K" lastIdx="1" clrIdx="0"/>
  <p:cmAuthor id="172" name="未知的使用者38" initials="未" lastIdx="1" clrIdx="0"/>
  <p:cmAuthor id="173" name="唐可欣" initials="唐" lastIdx="1" clrIdx="0"/>
  <p:cmAuthor id="174" name="未知的使用者8" initials="未" lastIdx="1" clrIdx="0"/>
  <p:cmAuthor id="175" name="不明使用者56" initials="不" lastIdx="1" clrIdx="0"/>
  <p:cmAuthor id="176" name="P00035_jeremy" initials="P" lastIdx="1" clrIdx="0"/>
  <p:cmAuthor id="177" name="王晨|wangchen6" initials="王晨" lastIdx="1" clrIdx="176"/>
  <p:cmAuthor id="178" name="muzi wei" initials="m" lastIdx="1" clrIdx="0"/>
  <p:cmAuthor id="179" name="未知的使用者41" initials="未" lastIdx="1" clrIdx="0"/>
  <p:cmAuthor id="180" name="未知的使用者13" initials="未" lastIdx="1" clrIdx="0"/>
  <p:cmAuthor id="181" name="djj" initials="d" lastIdx="2" clrIdx="0"/>
  <p:cmAuthor id="353158055" name="韩雨" initials="韩" lastIdx="0" clrIdx="0"/>
  <p:cmAuthor id="182" name="未知用户117" initials="未" lastIdx="1" clrIdx="2"/>
  <p:cmAuthor id="184" name="不明使用者21" initials="不" lastIdx="1" clrIdx="0"/>
  <p:cmAuthor id="185" name="YUMINGNJ" initials="Y" lastIdx="3" clrIdx="0"/>
  <p:cmAuthor id="186" name="未知的使用者52" initials="未" lastIdx="1" clrIdx="1"/>
  <p:cmAuthor id="187" name="未知用户109" initials="未" lastIdx="1" clrIdx="1"/>
  <p:cmAuthor id="188" name="Unknown User117" initials="U" lastIdx="10" clrIdx="0"/>
  <p:cmAuthor id="189" name="thomas" initials="t" lastIdx="1" clrIdx="49"/>
  <p:cmAuthor id="190" name="未知的使用者3" initials="未" lastIdx="7" clrIdx="1"/>
  <p:cmAuthor id="192" name="Unknown User65" initials="U" lastIdx="1" clrIdx="0"/>
  <p:cmAuthor id="193" name="未知用户98" initials="未" lastIdx="1" clrIdx="2"/>
  <p:cmAuthor id="194" name="未知用户83" initials="未" lastIdx="1" clrIdx="1"/>
  <p:cmAuthor id="195" name="未知用户61" initials="未" lastIdx="8" clrIdx="0"/>
  <p:cmAuthor id="196" name="張秀娟" initials="張" lastIdx="1" clrIdx="2"/>
  <p:cmAuthor id="197" name="Jason Wang" initials="J" lastIdx="1" clrIdx="0"/>
  <p:cmAuthor id="198" name="不明使用者18" initials="不" lastIdx="0" clrIdx="1"/>
  <p:cmAuthor id="200" name="未知的使用者72" initials="未" lastIdx="1" clrIdx="0"/>
  <p:cmAuthor id="201" name="未知的使用者48" initials="未" lastIdx="1" clrIdx="0"/>
  <p:cmAuthor id="202" name="未知的使用者104" initials="未" lastIdx="1" clrIdx="0"/>
  <p:cmAuthor id="203" name="未知用户60" initials="未" lastIdx="1" clrIdx="0"/>
  <p:cmAuthor id="204" name="未知的使用者39" initials="未" lastIdx="10" clrIdx="0"/>
  <p:cmAuthor id="205" name="Shawna Strickland" initials="S" lastIdx="2" clrIdx="0"/>
  <p:cmAuthor id="206" name="未知的使用者36" initials="未" lastIdx="3" clrIdx="1"/>
  <p:cmAuthor id="207" name="Daniel Wuu" initials="D" lastIdx="1" clrIdx="0"/>
  <p:cmAuthor id="209" name="未知的使用者14" initials="未" lastIdx="2" clrIdx="0"/>
  <p:cmAuthor id="210" name="Ashley Eberenz" initials="A" lastIdx="7" clrIdx="1"/>
  <p:cmAuthor id="211" name="不明使用者19" initials="不" lastIdx="1" clrIdx="0"/>
  <p:cmAuthor id="212" name="qiantong" initials="q" lastIdx="3" clrIdx="1"/>
  <p:cmAuthor id="213" name="未知的使用者74" initials="未" lastIdx="1" clrIdx="0"/>
  <p:cmAuthor id="214" name="未知的使用者23" initials="未" lastIdx="1" clrIdx="0"/>
  <p:cmAuthor id="215" name="未知的使用者1" initials="未" lastIdx="8" clrIdx="0"/>
  <p:cmAuthor id="216" name="116304" initials="1" lastIdx="1" clrIdx="1"/>
  <p:cmAuthor id="217" name="未知用户31" initials="未" lastIdx="1" clrIdx="1"/>
  <p:cmAuthor id="218" name="R affer" initials="R" lastIdx="1" clrIdx="0"/>
  <p:cmAuthor id="219" name="qihua-DCMS" initials="q" lastIdx="0" clrIdx="0"/>
  <p:cmAuthor id="222" name="未知的使用者95" initials="未" lastIdx="1" clrIdx="0"/>
  <p:cmAuthor id="223" name="未知的使用者32" initials="未" lastIdx="1" clrIdx="0"/>
  <p:cmAuthor id="224" name="未知的使用者49" initials="未" lastIdx="1" clrIdx="0"/>
  <p:cmAuthor id="225" name="Unknown User26" initials="U" lastIdx="1" clrIdx="1"/>
  <p:cmAuthor id="226" name="yuexuejun" initials="y" lastIdx="3" clrIdx="0"/>
  <p:cmAuthor id="227" name="未知的使用者71" initials="未" lastIdx="1" clrIdx="1"/>
  <p:cmAuthor id="228" name="未知的使用者105" initials="未" lastIdx="1" clrIdx="0"/>
  <p:cmAuthor id="191251536" name="李哲(ZheLi)-顺丰科技" initials="a" lastIdx="1" clrIdx="11"/>
  <p:cmAuthor id="229" name="Unknown User70" initials="U" lastIdx="1" clrIdx="0"/>
  <p:cmAuthor id="191251537" name="Echo" initials="E" lastIdx="1" clrIdx="191251536"/>
  <p:cmAuthor id="230" name="clinchen" initials="c" lastIdx="0" clrIdx="1"/>
  <p:cmAuthor id="191251538" name="unicom" initials="" lastIdx="0" clrIdx="57"/>
  <p:cmAuthor id="191251539" name="席琛" initials="" lastIdx="0" clrIdx="58"/>
  <p:cmAuthor id="232" name="hanjuncompany" initials="h" lastIdx="1" clrIdx="0"/>
  <p:cmAuthor id="191251540" name="韩剑侠" initials="P" lastIdx="1" clrIdx="41"/>
  <p:cmAuthor id="233" name="kathy chen" initials="k" lastIdx="3" clrIdx="0"/>
  <p:cmAuthor id="191251541" name="孙 笑庆" initials="孙" lastIdx="3" clrIdx="16"/>
  <p:cmAuthor id="234" name="未知的使用者63" initials="未" lastIdx="1" clrIdx="0"/>
  <p:cmAuthor id="191251542" name="yang.yuan" initials="y" lastIdx="0" clrIdx="17"/>
  <p:cmAuthor id="235" name="未知的使用者64" initials="未" lastIdx="3" clrIdx="1"/>
  <p:cmAuthor id="191251543" name="王娟" initials="1" lastIdx="1" clrIdx="31"/>
  <p:cmAuthor id="236" name="未知的使用者47" initials="未" lastIdx="1" clrIdx="0"/>
  <p:cmAuthor id="237" name="未知的使用者60" initials="未" lastIdx="8" clrIdx="0"/>
  <p:cmAuthor id="238" name="未知的使用者59" initials="未" lastIdx="1" clrIdx="0"/>
  <p:cmAuthor id="239" name="未知的使用者54" initials="未" lastIdx="1" clrIdx="0"/>
  <p:cmAuthor id="240" name="未知的使用者66" initials="未" lastIdx="8" clrIdx="0"/>
  <p:cmAuthor id="241" name="未知的使用者65" initials="未" lastIdx="1" clrIdx="0"/>
  <p:cmAuthor id="242" name="未知的使用者106" initials="未" lastIdx="3" clrIdx="1"/>
  <p:cmAuthor id="243" name="未知的使用者107" initials="未" lastIdx="1" clrIdx="1"/>
  <p:cmAuthor id="244" name="未知的使用者108" initials="未" lastIdx="1" clrIdx="0"/>
  <p:cmAuthor id="245" name="未知的使用者86" initials="未" lastIdx="1" clrIdx="0"/>
  <p:cmAuthor id="246" name="未知的使用者116" initials="未" lastIdx="1" clrIdx="1"/>
  <p:cmAuthor id="247" name="未知的使用者44" initials="未" lastIdx="1" clrIdx="0"/>
  <p:cmAuthor id="248" name="未知的使用者37" initials="未" lastIdx="1" clrIdx="0"/>
  <p:cmAuthor id="394525609" name="Jimmy-Power" initials="J" lastIdx="1" clrIdx="43"/>
  <p:cmAuthor id="249" name="未知的使用者126" initials="未" lastIdx="1" clrIdx="0"/>
  <p:cmAuthor id="394525610" name="dengwanting" initials="d" lastIdx="1" clrIdx="50"/>
  <p:cmAuthor id="250" name="未知的使用者127" initials="未" lastIdx="3" clrIdx="1"/>
  <p:cmAuthor id="394525611" name="mouse zz" initials="mz" lastIdx="1" clrIdx="54"/>
  <p:cmAuthor id="251" name="未知的使用者128" initials="未" lastIdx="1" clrIdx="1"/>
  <p:cmAuthor id="394525612" name="li yx" initials="ly" lastIdx="1" clrIdx="41"/>
  <p:cmAuthor id="252" name="未知的使用者124" initials="未" lastIdx="1" clrIdx="0"/>
  <p:cmAuthor id="253" name="未知的使用者125" initials="未" lastIdx="1" clrIdx="0"/>
  <p:cmAuthor id="254" name="Sara Chen" initials="S" lastIdx="1" clrIdx="0"/>
  <p:cmAuthor id="255" name="huang gerrard" initials="h" lastIdx="1" clrIdx="0"/>
  <p:cmAuthor id="256" name="未知用户170" initials="未" lastIdx="1" clrIdx="0"/>
  <p:cmAuthor id="257" name="未知用户171" initials="未" lastIdx="5" clrIdx="1"/>
  <p:cmAuthor id="258" name="未知用户172" initials="未" lastIdx="1" clrIdx="1"/>
  <p:cmAuthor id="259" name="未知用户173" initials="未" lastIdx="1" clrIdx="0"/>
  <p:cmAuthor id="260" name="未知用户149" initials="未" lastIdx="1" clrIdx="0"/>
  <p:cmAuthor id="261" name="未知用户150" initials="未" lastIdx="1" clrIdx="0"/>
  <p:cmAuthor id="262" name="未知用户151" initials="未" lastIdx="2" clrIdx="0"/>
  <p:cmAuthor id="263" name="未知用户152" initials="未" lastIdx="8" clrIdx="0"/>
  <p:cmAuthor id="264" name="未知用户153" initials="未" lastIdx="8" clrIdx="0"/>
  <p:cmAuthor id="265" name="未知用户154" initials="未" lastIdx="1" clrIdx="0"/>
  <p:cmAuthor id="266" name="未知用户155" initials="未" lastIdx="1" clrIdx="0"/>
  <p:cmAuthor id="268" name="未知用户44" initials="未" lastIdx="1" clrIdx="0"/>
  <p:cmAuthor id="269" name="未知用户45" initials="未" lastIdx="1" clrIdx="0"/>
  <p:cmAuthor id="270" name="未知用户156" initials="未" lastIdx="10" clrIdx="0"/>
  <p:cmAuthor id="271" name="未知用户64" initials="未" lastIdx="1" clrIdx="0"/>
  <p:cmAuthor id="272" name="未知用户65" initials="未" lastIdx="1" clrIdx="0"/>
  <p:cmAuthor id="273" name="未知用户68" initials="未" lastIdx="1" clrIdx="0"/>
  <p:cmAuthor id="274" name="未知用户69" initials="未" lastIdx="2" clrIdx="0"/>
  <p:cmAuthor id="275" name="未知用户70" initials="未" lastIdx="1" clrIdx="1"/>
  <p:cmAuthor id="276" name="未知用户71" initials="未" lastIdx="1" clrIdx="0"/>
  <p:cmAuthor id="277" name="未知用户72" initials="未" lastIdx="1" clrIdx="0"/>
  <p:cmAuthor id="278" name="未知用户73" initials="未" lastIdx="2" clrIdx="0"/>
  <p:cmAuthor id="282" name="MA15" initials="M" lastIdx="1" clrIdx="0"/>
  <p:cmAuthor id="210492765" name="施普希（菜菜）" initials="施" lastIdx="0" clrIdx="0"/>
  <p:cmAuthor id="210492766" name="曹 朝辉" initials="曹" lastIdx="1" clrIdx="14"/>
  <p:cmAuthor id="284" name="未知用户96" initials="未" lastIdx="1" clrIdx="0"/>
  <p:cmAuthor id="210492767" name="李 嘉" initials="李" lastIdx="1" clrIdx="26"/>
  <p:cmAuthor id="210492768" name="汪 丹丹" initials="汪" lastIdx="1" clrIdx="52"/>
  <p:cmAuthor id="286" name="未知用户97" initials="未" lastIdx="2" clrIdx="0"/>
  <p:cmAuthor id="289" name="未知用户100" initials="未" lastIdx="1" clrIdx="0"/>
  <p:cmAuthor id="290" name="未知用户101" initials="未" lastIdx="1" clrIdx="0"/>
  <p:cmAuthor id="293" name="未知用户32" initials="未" lastIdx="1" clrIdx="0"/>
  <p:cmAuthor id="294" name="未知用户33" initials="未" lastIdx="1" clrIdx="0"/>
  <p:cmAuthor id="297" name="未知的使用者109" initials="未" lastIdx="5" clrIdx="1"/>
  <p:cmAuthor id="298" name="未知的使用者122" initials="未" lastIdx="1" clrIdx="0"/>
  <p:cmAuthor id="299" name="未知的使用者123" initials="未" lastIdx="8" clrIdx="0"/>
  <p:cmAuthor id="300" name="未知用户93" initials="未" lastIdx="1" clrIdx="0"/>
  <p:cmAuthor id="301" name="未知用户90" initials="未" lastIdx="5" clrIdx="1"/>
  <p:cmAuthor id="302" name="未知用户91" initials="未" lastIdx="0" clrIdx="1"/>
  <p:cmAuthor id="303" name="未知用户92" initials="未" lastIdx="1" clrIdx="0"/>
  <p:cmAuthor id="304" name="未知用户74" initials="未" lastIdx="5" clrIdx="1"/>
  <p:cmAuthor id="305" name="未知用户75" initials="未" lastIdx="8" clrIdx="0"/>
  <p:cmAuthor id="306" name="未知用户76" initials="未" lastIdx="1" clrIdx="0"/>
  <p:cmAuthor id="307" name="未知用户77" initials="未" lastIdx="8" clrIdx="0"/>
  <p:cmAuthor id="309" name="未知用户79" initials="未" lastIdx="1" clrIdx="0"/>
  <p:cmAuthor id="310" name="Aqf" initials="A" lastIdx="1" clrIdx="36"/>
  <p:cmAuthor id="313" name="8310" initials="8" lastIdx="1" clrIdx="35"/>
  <p:cmAuthor id="314" name="林煦/SGS/FMCC" initials="林" lastIdx="1" clrIdx="50"/>
  <p:cmAuthor id="315" name="方静|fangj" initials="方静" lastIdx="1" clrIdx="314"/>
  <p:cmAuthor id="317" name="顾旭梅|guxumei" initials="顾旭梅" lastIdx="2" clrIdx="316"/>
  <p:cmAuthor id="318" name="Harry xu" initials="" lastIdx="1" clrIdx="0"/>
  <p:cmAuthor id="320" name="未知用户35" initials="未" lastIdx="1" clrIdx="0"/>
  <p:cmAuthor id="321" name="未知用户111" initials="未" lastIdx="1" clrIdx="1"/>
  <p:cmAuthor id="322" name="SHY" initials="S" lastIdx="1" clrIdx="315"/>
  <p:cmAuthor id="323" name="renyina" initials="r" lastIdx="1" clrIdx="322"/>
  <p:cmAuthor id="324" name="User" initials="U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caojiaju@zj.cmcc" initials="caojiaju@zj.cmcc" lastIdx="1" clrIdx="327"/>
  <p:cmAuthor id="329" name="chenpuqiang" initials="c" lastIdx="1" clrIdx="328"/>
  <p:cmAuthor id="330" name="weik" initials="w" lastIdx="1" clrIdx="329"/>
  <p:cmAuthor id="331" name="周芳|zhoufang" initials="周芳" lastIdx="2" clrIdx="330"/>
  <p:cmAuthor id="332" name="wangxinran" initials="w" lastIdx="1" clrIdx="331"/>
  <p:cmAuthor id="333" name="zhaoqi" initials="z" lastIdx="1" clrIdx="332"/>
  <p:cmAuthor id="334" name="txj@zj.cmcc" initials="txj@" lastIdx="1" clrIdx="333"/>
  <p:cmAuthor id="335" name="flower" initials="f" lastIdx="1" clrIdx="334"/>
  <p:cmAuthor id="336" name="tonyliu" initials="t" lastIdx="4" clrIdx="335"/>
  <p:cmAuthor id="337" name="hwjjjjjjjj" initials="h" lastIdx="2" clrIdx="336"/>
  <p:cmAuthor id="338" name="sxp" initials="s" lastIdx="2" clrIdx="337"/>
  <p:cmAuthor id="339" name="杜群|lhdq" initials="杜群" lastIdx="1" clrIdx="338"/>
  <p:cmAuthor id="340" name="zhoupeng" initials="z" lastIdx="5" clrIdx="339"/>
  <p:cmAuthor id="1411827" name="黄晓平" initials="黄" lastIdx="0" clrIdx="0"/>
  <p:cmAuthor id="341" name="Randolph" initials="R" lastIdx="1" clrIdx="340"/>
  <p:cmAuthor id="1411828" name="pengfei shen" initials="ps" lastIdx="1" clrIdx="38"/>
  <p:cmAuthor id="342" name="王斌|wangbin34" initials="王斌" lastIdx="1" clrIdx="341"/>
  <p:cmAuthor id="1411829" name="Wu, Jing 1. (NSB - CN/Hangzhou)" initials="WJ1(C" lastIdx="2" clrIdx="39"/>
  <p:cmAuthor id="343" name="朱毓澄|zhuyucheng2" initials="朱毓澄" lastIdx="5" clrIdx="342"/>
  <p:cmAuthor id="1411830" name="唐 赛" initials="唐" lastIdx="1" clrIdx="45"/>
  <p:cmAuthor id="344" name="chenjiayue" initials="c" lastIdx="1" clrIdx="343"/>
  <p:cmAuthor id="345" name="wangnan19" initials="w" lastIdx="1" clrIdx="344"/>
  <p:cmAuthor id="346" name="未知用户112" initials="未知用户112" lastIdx="4" clrIdx="0"/>
  <p:cmAuthor id="347" name="zhangxinyao" initials="z" lastIdx="1" clrIdx="346"/>
  <p:cmAuthor id="348" name="未知的使用者169" initials="未" lastIdx="1" clrIdx="0"/>
  <p:cmAuthor id="349" name="陆萌霞|lumx" initials="陆" lastIdx="1" clrIdx="348"/>
  <p:cmAuthor id="350" name="zhangmengyuan5" initials="z" lastIdx="1" clrIdx="349"/>
  <p:cmAuthor id="351" name="未知用户163" initials="未知用户163" lastIdx="1" clrIdx="0"/>
  <p:cmAuthor id="352" name="汪晓萱|wangxiaoxuan" initials="汪晓萱" lastIdx="1" clrIdx="351"/>
  <p:cmAuthor id="353" name="James" initials="J" lastIdx="1" clrIdx="0"/>
  <p:cmAuthor id="354" name="未知的使用者114" initials="未" lastIdx="1" clrIdx="0"/>
  <p:cmAuthor id="355" name="未知用户164" initials="未知用户164" lastIdx="1" clrIdx="0"/>
  <p:cmAuthor id="356" name="未知的使用者184" initials="未" lastIdx="8" clrIdx="0"/>
  <p:cmAuthor id="357" name="likeyu" initials="kk" lastIdx="1" clrIdx="356"/>
  <p:cmAuthor id="358" name="未知的使用者186" initials="未" lastIdx="1" clrIdx="0"/>
  <p:cmAuthor id="359" name="15857" initials="1" lastIdx="1" clrIdx="358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admin" initials="a" lastIdx="1" clrIdx="362"/>
  <p:cmAuthor id="364" name="未知的使用者180" initials="未" lastIdx="2" clrIdx="0"/>
  <p:cmAuthor id="365" name="liuyanxue" initials="l" lastIdx="1" clrIdx="364"/>
  <p:cmAuthor id="366" name="未知的使用者170" initials="未" lastIdx="43" clrIdx="1"/>
  <p:cmAuthor id="367" name="59314" initials="5" lastIdx="1" clrIdx="366"/>
  <p:cmAuthor id="368" name="未知的使用者191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用户165" initials="未知用户165" lastIdx="1" clrIdx="0"/>
  <p:cmAuthor id="375" name="未知的使用者147" initials="未" lastIdx="1" clrIdx="0"/>
  <p:cmAuthor id="376" name="未知用户166" initials="未知用户166" lastIdx="8" clrIdx="0"/>
  <p:cmAuthor id="377" name="未知的使用者149" initials="未" lastIdx="8" clrIdx="0"/>
  <p:cmAuthor id="378" name="未知用户167" initials="未知用户167" lastIdx="1" clrIdx="0"/>
  <p:cmAuthor id="379" name="未知用户168" initials="未知用户168" lastIdx="1" clrIdx="0"/>
  <p:cmAuthor id="380" name="未知用户169" initials="未知用户169" lastIdx="1" clrIdx="1"/>
  <p:cmAuthor id="381" name="未知用户202" initials="未" lastIdx="8" clrIdx="0"/>
  <p:cmAuthor id="382" name="未知的使用者220" initials="未" lastIdx="7" clrIdx="1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205" initials="未" lastIdx="1" clrIdx="0"/>
  <p:cmAuthor id="387" name="未知的使用者157" initials="未" lastIdx="1" clrIdx="0"/>
  <p:cmAuthor id="388" name="未知的使用者204" initials="未" lastIdx="1" clrIdx="0"/>
  <p:cmAuthor id="389" name="Yoyo Wu" initials="Y" lastIdx="2" clrIdx="0"/>
  <p:cmAuthor id="390" name="zhangbin" initials="z" lastIdx="6" clrIdx="0"/>
  <p:cmAuthor id="391" name="Arno.Du(杜明星)" initials="A" lastIdx="0" clrIdx="0"/>
  <p:cmAuthor id="392" name="未知用户174" initials="未知用户174" lastIdx="1" clrIdx="0"/>
  <p:cmAuthor id="393" name="未知用户175" initials="未知用户175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未知用户176" initials="未知用户176" lastIdx="1" clrIdx="0"/>
  <p:cmAuthor id="399" name="未知的使用者249" initials="未" lastIdx="43" clrIdx="1"/>
  <p:cmAuthor id="400" name="未知的使用者250" initials="未" lastIdx="1" clrIdx="0"/>
  <p:cmAuthor id="401" name="未知的使用者251" initials="未" lastIdx="1" clrIdx="0"/>
  <p:cmAuthor id="402" name="未知的使用者246" initials="未" lastIdx="1" clrIdx="1"/>
  <p:cmAuthor id="403" name="未知的使用者224" initials="未" lastIdx="1" clrIdx="0"/>
  <p:cmAuthor id="404" name="未知的使用者252" initials="未" lastIdx="1" clrIdx="0"/>
  <p:cmAuthor id="405" name="未知的使用者253" initials="未" lastIdx="1" clrIdx="0"/>
  <p:cmAuthor id="2000" name="黄通东_MbQvnUvu" initials="authorId_424725045" lastIdx="2492549" clrIdx="0"/>
  <p:cmAuthor id="406" name="未知的使用者254" initials="未" lastIdx="1" clrIdx="0"/>
  <p:cmAuthor id="2001" name="王伟栋_ymIjy2uI" initials="authorId_1008746-10055544" lastIdx="0" clrIdx="0"/>
  <p:cmAuthor id="407" name="未知的使用者255" initials="未" lastIdx="1" clrIdx="0"/>
  <p:cmAuthor id="2002" name="金宇峰_BfyebuM3" initials="authorId_1008746-10054633" lastIdx="0" clrIdx="0"/>
  <p:cmAuthor id="408" name="未知的使用者226" initials="未" lastIdx="8" clrIdx="0"/>
  <p:cmAuthor id="2003" name="administrator" initials="ad" lastIdx="3" clrIdx="23"/>
  <p:cmAuthor id="2004" name="范 斌" initials="范" lastIdx="1" clrIdx="36"/>
  <p:cmAuthor id="410" name="未知用户195" initials="未" lastIdx="1" clrIdx="0"/>
  <p:cmAuthor id="2005" name="毕邺" initials="党委办公室" lastIdx="2" clrIdx="37"/>
  <p:cmAuthor id="411" name="raymond luan" initials="r" lastIdx="0" clrIdx="0"/>
  <p:cmAuthor id="2006" name="jiaru tiger" initials="jt" lastIdx="2" clrIdx="38"/>
  <p:cmAuthor id="412" name="未知用户208" initials="未" lastIdx="1" clrIdx="0"/>
  <p:cmAuthor id="413" name="未知用户198" initials="未" lastIdx="1" clrIdx="0"/>
  <p:cmAuthor id="414" name="未知用户209" initials="未" lastIdx="1" clrIdx="0"/>
  <p:cmAuthor id="415" name="未知用户36" initials="未" lastIdx="1" clrIdx="0"/>
  <p:cmAuthor id="416" name="Evonlin" initials="E" lastIdx="2" clrIdx="2"/>
  <p:cmAuthor id="417" name="WANGZF" initials="W" lastIdx="4" clrIdx="2"/>
  <p:cmAuthor id="418" name="未知用户94" initials="未" lastIdx="0" clrIdx="1"/>
  <p:cmAuthor id="419" name="未知的使用者188" initials="未" lastIdx="1" clrIdx="0"/>
  <p:cmAuthor id="420" name="未知用户118" initials="未" lastIdx="1" clrIdx="0"/>
  <p:cmAuthor id="421" name="未知用户119" initials="未" lastIdx="5" clrIdx="1"/>
  <p:cmAuthor id="422" name="未知用户120" initials="未" lastIdx="8" clrIdx="0"/>
  <p:cmAuthor id="423" name="未知用户121" initials="未" lastIdx="1" clrIdx="0"/>
  <p:cmAuthor id="708433798" name="jialuo" initials="j" lastIdx="0" clrIdx="0"/>
  <p:cmAuthor id="424" name="未知用户122" initials="未" lastIdx="1" clrIdx="0"/>
  <p:cmAuthor id="708433799" name="蘇建明 fatty_BFjaamIF" initials="authorId_241790624" lastIdx="0" clrIdx="0"/>
  <p:cmAuthor id="425" name="Kent" initials="K" lastIdx="2" clrIdx="0"/>
  <p:cmAuthor id="708433800" name="徐梦琪|xumengq" initials="徐梦琪" lastIdx="1" clrIdx="708433799"/>
  <p:cmAuthor id="426" name="梅芬 吳" initials="梅" lastIdx="1" clrIdx="85"/>
  <p:cmAuthor id="708433801" name="zang" initials="z" lastIdx="1" clrIdx="708433800"/>
  <p:cmAuthor id="427" name="王嘉偉" initials="王" lastIdx="2" clrIdx="0"/>
  <p:cmAuthor id="708433802" name="王晓锋|wangxiaofeng41" initials="王晓锋" lastIdx="3" clrIdx="708433801"/>
  <p:cmAuthor id="428" name="未知的使用者210" initials="" lastIdx="0" clrIdx="0"/>
  <p:cmAuthor id="429" name="未知的使用者211" initials="" lastIdx="1" clrIdx="0"/>
  <p:cmAuthor id="430" name="未知的使用者134" initials="未" lastIdx="1" clrIdx="0"/>
  <p:cmAuthor id="431" name="未知的使用者136" initials="未" lastIdx="1" clrIdx="0"/>
  <p:cmAuthor id="432" name="未知的使用者139" initials="未" lastIdx="1" clrIdx="0"/>
  <p:cmAuthor id="433" name="未知的使用者140" initials="未" lastIdx="1" clrIdx="1"/>
  <p:cmAuthor id="434" name="未知的使用者197" initials="未" lastIdx="8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438" name="未知的使用者154" initials="未" lastIdx="1" clrIdx="0"/>
  <p:cmAuthor id="439" name="未知用户10" initials="未" lastIdx="1" clrIdx="0"/>
  <p:cmAuthor id="440" name="未知用户11" initials="未" lastIdx="1" clrIdx="0"/>
  <p:cmAuthor id="441" name="未知的使用者151" initials="未" lastIdx="1" clrIdx="0"/>
  <p:cmAuthor id="442" name="未知的使用者89" initials="未" lastIdx="1" clrIdx="2"/>
  <p:cmAuthor id="443" name="未知的使用者88" initials="未" lastIdx="1" clrIdx="1"/>
  <p:cmAuthor id="444" name="未知用户89" initials="未" lastIdx="11" clrIdx="0"/>
  <p:cmAuthor id="445" name="庆芳 许" initials="庆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不明使用者2" initials="不" lastIdx="2" clrIdx="0"/>
  <p:cmAuthor id="450" name="不明使用者3" initials="不" lastIdx="1" clrIdx="0"/>
  <p:cmAuthor id="451" name="不明使用者4" initials="不" lastIdx="1" clrIdx="0"/>
  <p:cmAuthor id="452" name="不明使用者6" initials="不" lastIdx="1" clrIdx="0"/>
  <p:cmAuthor id="453" name="不明使用者5" initials="不" lastIdx="11" clrIdx="0"/>
  <p:cmAuthor id="454" name="不明使用者7" initials="不" lastIdx="7" clrIdx="1"/>
  <p:cmAuthor id="455" name="不明使用者8" initials="不" lastIdx="43" clrIdx="1"/>
  <p:cmAuthor id="456" name="不明使用者9" initials="不" lastIdx="1" clrIdx="0"/>
  <p:cmAuthor id="47245819" name="群智集" initials="群" lastIdx="0" clrIdx="0"/>
  <p:cmAuthor id="457" name="不明使用者10" initials="不" lastIdx="0" clrIdx="0"/>
  <p:cmAuthor id="47245820" name="郏 鹏" initials="郏" lastIdx="1" clrIdx="16"/>
  <p:cmAuthor id="458" name="不明使用者11" initials="不" lastIdx="1" clrIdx="0"/>
  <p:cmAuthor id="47245821" name="郏鹏" initials="M" lastIdx="1" clrIdx="17"/>
  <p:cmAuthor id="459" name="未知的使用者227" initials="未" lastIdx="2" clrIdx="0"/>
  <p:cmAuthor id="47245822" name="晓琳 李" initials="晓琳" lastIdx="1" clrIdx="40"/>
  <p:cmAuthor id="460" name="未知的使用者270" initials="未" lastIdx="1" clrIdx="0"/>
  <p:cmAuthor id="47245823" name="刘海娜|liuhaina" initials="W用" lastIdx="1" clrIdx="36"/>
  <p:cmAuthor id="461" name="未知的使用者228" initials="未" lastIdx="8" clrIdx="0"/>
  <p:cmAuthor id="47245824" name="goforever814" initials="g" lastIdx="1" clrIdx="34"/>
  <p:cmAuthor id="462" name="未知的使用者229" initials="未" lastIdx="8" clrIdx="0"/>
  <p:cmAuthor id="463" name="未知的使用者230" initials="未" lastIdx="1" clrIdx="0"/>
  <p:cmAuthor id="464" name="未知的使用者231" initials="未" lastIdx="1" clrIdx="0"/>
  <p:cmAuthor id="465" name="未知的使用者256" initials="未" lastIdx="1" clrIdx="0"/>
  <p:cmAuthor id="466" name="未知的使用者233" initials="未" lastIdx="1" clrIdx="0"/>
  <p:cmAuthor id="467" name="未知的使用者234" initials="未" lastIdx="10" clrIdx="0"/>
  <p:cmAuthor id="468" name="未知的使用者235" initials="未" lastIdx="1" clrIdx="0"/>
  <p:cmAuthor id="469" name="未知的使用者236" initials="未" lastIdx="1" clrIdx="0"/>
  <p:cmAuthor id="470" name="未知的使用者257" initials="未" lastIdx="1" clrIdx="0"/>
  <p:cmAuthor id="471" name="未知的使用者237" initials="未" lastIdx="1" clrIdx="0"/>
  <p:cmAuthor id="472" name="未知的使用者238" initials="未" lastIdx="2" clrIdx="0"/>
  <p:cmAuthor id="473" name="未知的使用者239" initials="未" lastIdx="1" clrIdx="1"/>
  <p:cmAuthor id="474" name="未知的使用者240" initials="未" lastIdx="1" clrIdx="0"/>
  <p:cmAuthor id="475" name="未知的使用者241" initials="未" lastIdx="1" clrIdx="0"/>
  <p:cmAuthor id="476" name="未知的使用者242" initials="未" lastIdx="2" clrIdx="0"/>
  <p:cmAuthor id="477" name="未知的使用者243" initials="未" lastIdx="1" clrIdx="0"/>
  <p:cmAuthor id="478" name="未知的使用者258" initials="未" lastIdx="8" clrIdx="0"/>
  <p:cmAuthor id="479" name="未知的使用者259" initials="未" lastIdx="1" clrIdx="0"/>
  <p:cmAuthor id="480" name="未知的使用者260" initials="未" lastIdx="1" clrIdx="0"/>
  <p:cmAuthor id="481" name="未知的使用者261" initials="未" lastIdx="11" clrIdx="0"/>
  <p:cmAuthor id="482" name="未知的使用者262" initials="未" lastIdx="7" clrIdx="1"/>
  <p:cmAuthor id="483" name="未知的使用者263" initials="未" lastIdx="1" clrIdx="2"/>
  <p:cmAuthor id="484" name="未知的使用者264" initials="未" lastIdx="1" clrIdx="0"/>
  <p:cmAuthor id="485" name="未知的使用者265" initials="未" lastIdx="1" clrIdx="0"/>
  <p:cmAuthor id="486" name="未知的使用者266" initials="未" lastIdx="1" clrIdx="1"/>
  <p:cmAuthor id="487" name="未知的使用者267" initials="未" lastIdx="1" clrIdx="0"/>
  <p:cmAuthor id="488" name="未知的使用者268" initials="未" lastIdx="2" clrIdx="0"/>
  <p:cmAuthor id="489" name="未知的使用者269" initials="未" lastIdx="7" clrIdx="1"/>
  <p:cmAuthor id="490" name="lillian" initials="l" lastIdx="1" clrIdx="0"/>
  <p:cmAuthor id="491" name="未知用户197" initials="未" lastIdx="1" clrIdx="0"/>
  <p:cmAuthor id="492" name="未知的使用者217" initials="未" lastIdx="1" clrIdx="1"/>
  <p:cmAuthor id="493" name="未知的使用者218" initials="未" lastIdx="1" clrIdx="0"/>
  <p:cmAuthor id="494" name="未知的使用者219" initials="未" lastIdx="2" clrIdx="0"/>
  <p:cmAuthor id="496" name="未知的使用者152" initials="未" lastIdx="8" clrIdx="0"/>
  <p:cmAuthor id="499" name="未知的使用者156" initials="未" lastIdx="1" clrIdx="0"/>
  <p:cmAuthor id="501" name="Alex" initials="A" lastIdx="1" clrIdx="500"/>
  <p:cmAuthor id="502" name="未知用户246" initials="未" lastIdx="1" clrIdx="0"/>
  <p:cmAuthor id="503" name="未知的使用者129" initials="未" lastIdx="1" clrIdx="0"/>
  <p:cmAuthor id="504" name="未知的使用者130" initials="未" lastIdx="8" clrIdx="0"/>
  <p:cmAuthor id="505" name="未知的使用者131" initials="未" lastIdx="2" clrIdx="0"/>
  <p:cmAuthor id="506" name="未知的使用者132" initials="未" lastIdx="8" clrIdx="0"/>
  <p:cmAuthor id="507" name="未知的使用者164" initials="未" lastIdx="8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的使用者247" initials="未" lastIdx="6" clrIdx="0"/>
  <p:cmAuthor id="513" name="宁隽" initials="NJ" lastIdx="1" clrIdx="512"/>
  <p:cmAuthor id="514" name="未知的使用者212" initials="" lastIdx="1" clrIdx="0"/>
  <p:cmAuthor id="515" name="未知的使用者163" initials="未" lastIdx="1" clrIdx="0"/>
  <p:cmAuthor id="516" name="未知的使用者214" initials="" lastIdx="1" clrIdx="1"/>
  <p:cmAuthor id="517" name="alexw" initials="a" lastIdx="1" clrIdx="516"/>
  <p:cmAuthor id="518" name="未知的使用者158" initials="未" lastIdx="1" clrIdx="0"/>
  <p:cmAuthor id="521" name="未知用户268" initials="未" lastIdx="1" clrIdx="0"/>
  <p:cmAuthor id="522" name="未知用户269" initials="未" lastIdx="2" clrIdx="0"/>
  <p:cmAuthor id="523" name="未知的使用者167" initials="未" lastIdx="0" clrIdx="1"/>
  <p:cmAuthor id="524" name="未知用户250" initials="未" lastIdx="0" clrIdx="0"/>
  <p:cmAuthor id="525" name="未知用户272" initials="未" lastIdx="10" clrIdx="0"/>
  <p:cmAuthor id="528" name="cs" initials="x" lastIdx="3" clrIdx="527"/>
  <p:cmAuthor id="529" name="孟令坤" initials="MLK" lastIdx="9" clrIdx="528"/>
  <p:cmAuthor id="530" name="11794" initials="1" lastIdx="1" clrIdx="529"/>
  <p:cmAuthor id="532" name="未知的使用者200" initials="未" lastIdx="1" clrIdx="0"/>
  <p:cmAuthor id="533" name="hmwang" initials="dsc" lastIdx="2" clrIdx="532"/>
  <p:cmAuthor id="534" name="未知的使用者171" initials="未" lastIdx="3" clrIdx="1"/>
  <p:cmAuthor id="536" name="zyiiif" initials="z" lastIdx="1" clrIdx="535"/>
  <p:cmAuthor id="537" name="未知用户143" initials="未" lastIdx="1" clrIdx="0"/>
  <p:cmAuthor id="538" name="未知的使用者216" initials="未" lastIdx="1" clrIdx="0"/>
  <p:cmAuthor id="539" name="未知用户148" initials="未" lastIdx="1" clrIdx="0"/>
  <p:cmAuthor id="541" name="未知用户207" initials="未" lastIdx="3" clrIdx="1"/>
  <p:cmAuthor id="542" name="未知的使用者137" initials="未" lastIdx="1" clrIdx="0"/>
  <p:cmAuthor id="543" name="heweia@digiwin.com" initials="h" lastIdx="1" clrIdx="86"/>
  <p:cmAuthor id="544" name="MM" initials="M" lastIdx="2" clrIdx="87"/>
  <p:cmAuthor id="545" name="dell" initials="d" lastIdx="1" clrIdx="544"/>
  <p:cmAuthor id="546" name="未知用户220" initials="未" lastIdx="1" clrIdx="0"/>
  <p:cmAuthor id="547" name="super" initials="s" lastIdx="1" clrIdx="546"/>
  <p:cmAuthor id="548" name="未知的使用者208" initials="未" lastIdx="1" clrIdx="0"/>
  <p:cmAuthor id="549" name="zhuzy" initials="z" lastIdx="1" clrIdx="548"/>
  <p:cmAuthor id="550" name="方婷婷" initials="方" lastIdx="1" clrIdx="549"/>
  <p:cmAuthor id="552" name="未知用户313" initials="未" lastIdx="2" clrIdx="0"/>
  <p:cmAuthor id="553" name="刘晖" initials="刘" lastIdx="1" clrIdx="0"/>
  <p:cmAuthor id="554" name="未知用户190" initials="未" lastIdx="1" clrIdx="1"/>
  <p:cmAuthor id="555" name="HAUWEI" initials="H" lastIdx="1" clrIdx="554"/>
  <p:cmAuthor id="556" name="未知用户146" initials="未" lastIdx="5" clrIdx="1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2" name="順天" initials="順" lastIdx="1" clrIdx="0"/>
  <p:cmAuthor id="563" name=" " initials="" lastIdx="6" clrIdx="85"/>
  <p:cmAuthor id="564" name="未知用户319" initials="未" lastIdx="1" clrIdx="0"/>
  <p:cmAuthor id="261616612" name="邢开" initials="邢" lastIdx="1" clrIdx="364"/>
  <p:cmAuthor id="566" name="未知用户87" initials="未" lastIdx="1" clrIdx="0"/>
  <p:cmAuthor id="567" name="未知用户88" initials="未" lastIdx="1" clrIdx="0"/>
  <p:cmAuthor id="568" name="FanJQ" initials="F" lastIdx="1" clrIdx="1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2" name="未知的使用者205" initials="未" lastIdx="0" clrIdx="1"/>
  <p:cmAuthor id="583" name="未知用户192" initials="未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�Ÿ�" initials="�" lastIdx="1" clrIdx="0"/>
  <p:cmAuthor id="604" name="未知用户263" initials="未" lastIdx="8" clrIdx="0"/>
  <p:cmAuthor id="605" name="yudi lin" initials="y" lastIdx="0" clrIdx="0"/>
  <p:cmAuthor id="606" name="未知用户249" initials="未" lastIdx="1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11839" initials="1" lastIdx="1" clrIdx="609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6" name="未知用户219" initials="未" lastIdx="6" clrIdx="0"/>
  <p:cmAuthor id="617" name="未知用户222" initials="未" lastIdx="1" clrIdx="0"/>
  <p:cmAuthor id="618" name="未知用户200" initials="未" lastIdx="8" clrIdx="0"/>
  <p:cmAuthor id="619" name="未知用户213" initials="未" lastIdx="1" clrIdx="0"/>
  <p:cmAuthor id="620" name="未知用户214" initials="未" lastIdx="2" clrIdx="0"/>
  <p:cmAuthor id="621" name="未知用户215" initials="未" lastIdx="1" clrIdx="0"/>
  <p:cmAuthor id="622" name="未知用户231" initials="未" lastIdx="1" clrIdx="0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8535702" name="曾蓓/贝贝" initials="曾" lastIdx="0" clrIdx="0"/>
  <p:cmAuthor id="629" name="未知用户221" initials="未" lastIdx="44" clrIdx="1"/>
  <p:cmAuthor id="630" name="v15194" initials="v" lastIdx="5" clrIdx="87"/>
  <p:cmAuthor id="631" name="岳晓丽" initials="岳" lastIdx="1" clrIdx="630"/>
  <p:cmAuthor id="632" name="HW" initials="H" lastIdx="2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4" name="未知用户359" initials="未" lastIdx="1" clrIdx="0"/>
  <p:cmAuthor id="645" name="zhangxiaoyan" initials="z" lastIdx="1" clrIdx="644"/>
  <p:cmAuthor id="646" name="李阳" initials="liyang37@ha.cmcc" lastIdx="1" clrIdx="645"/>
  <p:cmAuthor id="648" name="yelinfei@zj.cmcc" initials="yelinfei@zj.cmcc" lastIdx="1" clrIdx="647"/>
  <p:cmAuthor id="652" name="未知用户296" initials="未" lastIdx="1" clrIdx="0"/>
  <p:cmAuthor id="655" name="程 诗雅" initials="程" lastIdx="1" clrIdx="51"/>
  <p:cmAuthor id="657" name="Carol Wu" initials="C" lastIdx="1" clrIdx="0"/>
  <p:cmAuthor id="49837067" name="刘浩" initials="刘" lastIdx="180431" clrIdx="0"/>
  <p:cmAuthor id="658" name="Think" initials="T" lastIdx="6" clrIdx="3"/>
  <p:cmAuthor id="49837068" name="Vivian Liu" initials="VL" lastIdx="1" clrIdx="1"/>
  <p:cmAuthor id="659" name="张翼飞" initials="zhangyifei@ha.cmcc" lastIdx="1" clrIdx="658"/>
  <p:cmAuthor id="49837069" name="Linjing" initials="L" lastIdx="2" clrIdx="95"/>
  <p:cmAuthor id="660" name="未知用户304" initials="未" lastIdx="1" clrIdx="0"/>
  <p:cmAuthor id="49837070" name="樊 现静" initials="樊" lastIdx="1" clrIdx="144"/>
  <p:cmAuthor id="381437688" name="谢学斌" initials="谢" lastIdx="0" clrIdx="0"/>
  <p:cmAuthor id="49837071" name="孙 澍" initials="孙" lastIdx="1" clrIdx="207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未知用户311" initials="未" lastIdx="2" clrIdx="0"/>
  <p:cmAuthor id="668" name="未知用户312" initials="未" lastIdx="1" clrIdx="0"/>
  <p:cmAuthor id="229044123" name="WPS_1468166496" initials="W" lastIdx="1" clrIdx="344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45" initials="未" lastIdx="10" clrIdx="0"/>
  <p:cmAuthor id="673" name="Kathy" initials="K" lastIdx="0" clrIdx="0"/>
  <p:cmAuthor id="674" name="孟连磊" initials="孟" lastIdx="1" clrIdx="0"/>
  <p:cmAuthor id="675" name="未知用户387" initials="未" lastIdx="1" clrIdx="0"/>
  <p:cmAuthor id="676" name="未知的使用者177" initials="未" lastIdx="8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cai yan" initials="cy" lastIdx="1" clrIdx="511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1" name="未知用户407" initials="未" lastIdx="1" clrIdx="0"/>
  <p:cmAuthor id="692" name="未知用户398" initials="未" lastIdx="1" clrIdx="0"/>
  <p:cmAuthor id="693" name="lxm" initials="l" lastIdx="1" clrIdx="413"/>
  <p:cmAuthor id="694" name="未知用户400" initials="未" lastIdx="2" clrIdx="0"/>
  <p:cmAuthor id="696" name="yesg" initials="y" lastIdx="1" clrIdx="0"/>
  <p:cmAuthor id="697" name="未知用户421" initials="未" lastIdx="1" clrIdx="0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703" name="未知的使用者96" initials="未" lastIdx="2" clrIdx="0"/>
  <p:cmAuthor id="704" name="未知的使用者97" initials="未" lastIdx="8" clrIdx="0"/>
  <p:cmAuthor id="705" name="未知用户301" initials="未" lastIdx="1" clrIdx="0"/>
  <p:cmAuthor id="706" name="未知用户306" initials="未" lastIdx="8" clrIdx="0"/>
  <p:cmAuthor id="707" name="未知用户308" initials="未" lastIdx="1" clrIdx="0"/>
  <p:cmAuthor id="708" name="未知用户309" initials="未" lastIdx="8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691587970" name="小延魔法师" initials="小" lastIdx="1126286" clrIdx="0"/>
  <p:cmAuthor id="784" name="未知用户438" initials="未" lastIdx="7" clrIdx="1"/>
  <p:cmAuthor id="691587971" name="王莹|wangying49" initials="王莹" lastIdx="1" clrIdx="44"/>
  <p:cmAuthor id="785" name="未知用户401" initials="未" lastIdx="43" clrIdx="1"/>
  <p:cmAuthor id="691587972" name="chenglong ren" initials="cr" lastIdx="1" clrIdx="191251537"/>
  <p:cmAuthor id="786" name="未知用户402" initials="未" lastIdx="1" clrIdx="0"/>
  <p:cmAuthor id="691587973" name="黄昊_BfmimI77" initials="authorId_542187450" lastIdx="0" clrIdx="0"/>
  <p:cmAuthor id="787" name="未知用户403" initials="未" lastIdx="1" clrIdx="0"/>
  <p:cmAuthor id="691587974" name="十口亭_VZZjMJvM" initials="authorId_482745140" lastIdx="0" clrIdx="0"/>
  <p:cmAuthor id="788" name="未知用户327" initials="未" lastIdx="1" clrIdx="0"/>
  <p:cmAuthor id="691587975" name="gaoyang zhan" initials="gz" lastIdx="1" clrIdx="191251537"/>
  <p:cmAuthor id="789" name="未知用户404" initials="未" lastIdx="1" clrIdx="0"/>
  <p:cmAuthor id="691587976" name="周豪特_N7nyVj2I" initials="authorId_419394838" lastIdx="0" clrIdx="0"/>
  <p:cmAuthor id="790" name="未知用户405" initials="未" lastIdx="1" clrIdx="0"/>
  <p:cmAuthor id="691587977" name="丁华乐_qaMraEby" initials="authorId_616659736" lastIdx="0" clrIdx="0"/>
  <p:cmAuthor id="791" name="未知用户439" initials="未" lastIdx="2" clrIdx="0"/>
  <p:cmAuthor id="691587978" name="罗平_QfY3MnyU" initials="authorId_1512265542" lastIdx="0" clrIdx="0"/>
  <p:cmAuthor id="792" name="未知用户406" initials="未" lastIdx="0" clrIdx="0"/>
  <p:cmAuthor id="691587979" name="虞新颖_36fmV3QV" initials="authorId_321496044" lastIdx="0" clrIdx="0"/>
  <p:cmAuthor id="793" name="未知用户440" initials="未" lastIdx="1" clrIdx="0"/>
  <p:cmAuthor id="691587980" name="鲁琪_ayIzYrYZ" initials="authorId_602698507" lastIdx="0" clrIdx="0"/>
  <p:cmAuthor id="794" name="未知用户441" initials="未" lastIdx="1" clrIdx="0"/>
  <p:cmAuthor id="691587981" name="黄百成_m6Jjq6bQ" initials="authorId_901868002" lastIdx="0" clrIdx="0"/>
  <p:cmAuthor id="795" name="未知用户442" initials="未" lastIdx="1" clrIdx="0"/>
  <p:cmAuthor id="796" name="未知用户409" initials="未" lastIdx="2" clrIdx="2"/>
  <p:cmAuthor id="479997760" name="Daigy" initials="D" lastIdx="1" clrIdx="622"/>
  <p:cmAuthor id="459908549" name="风驻的街角" initials="风" lastIdx="1" clrIdx="908"/>
  <p:cmAuthor id="1388079880" name="liuchang1" initials="l" lastIdx="1" clrIdx="687"/>
  <p:cmAuthor id="867" name="zhangbai" initials="z" lastIdx="1" clrIdx="866"/>
  <p:cmAuthor id="886" name="张因然10112423" initials="1" lastIdx="1" clrIdx="885"/>
  <p:cmAuthor id="595510092" name="乐燕" initials="乐" lastIdx="1" clrIdx="647"/>
  <p:cmAuthor id="908" name="10285279" initials="1" lastIdx="1" clrIdx="907"/>
  <p:cmAuthor id="925" name="董艺萱00344473" initials="董艺萱003444" lastIdx="11" clrIdx="924"/>
  <p:cmAuthor id="256494066" name="远" initials="远" lastIdx="2" clrIdx="641"/>
  <p:cmAuthor id="613835976" name="zyy" initials="z" lastIdx="1" clrIdx="592"/>
  <p:cmAuthor id="257963522" name="夏泽宇" initials="夏" lastIdx="1" clrIdx="684"/>
  <p:cmAuthor id="1046294244" name="kk" initials="k" lastIdx="1" clrIdx="873"/>
  <p:cmAuthor id="708433803" name="文军 傅" initials="文傅" lastIdx="1" clrIdx="708433802"/>
  <p:cmAuthor id="677" name="yushuping" initials="y" lastIdx="1" clrIdx="676"/>
  <p:cmAuthor id="29922660" name="杨强" initials="杨" lastIdx="0" clrIdx="0"/>
  <p:cmAuthor id="29922661" name="檀晟 陈" initials="檀晟" lastIdx="1" clrIdx="10"/>
  <p:cmAuthor id="266010503" name="yan" initials="y" lastIdx="1" clrIdx="310"/>
  <p:cmAuthor id="942" name="未知用户107" initials="" lastIdx="0" clrIdx="941"/>
  <p:cmAuthor id="943" name="未知的使用者83" initials="" lastIdx="0" clrIdx="942"/>
  <p:cmAuthor id="944" name="未知的使用者84" initials="" lastIdx="0" clrIdx="943"/>
  <p:cmAuthor id="945" name="未知的使用者70" initials="" lastIdx="0" clrIdx="944"/>
  <p:cmAuthor id="946" name="未知的使用者85" initials="" lastIdx="0" clrIdx="945"/>
  <p:cmAuthor id="947" name="未知的使用者87" initials="" lastIdx="0" clrIdx="946"/>
  <p:cmAuthor id="948" name="曾红" initials="" lastIdx="0" clrIdx="947"/>
  <p:cmAuthor id="949" name="未知的使用者29" initials="" lastIdx="0" clrIdx="948"/>
  <p:cmAuthor id="950" name="未知的使用者98" initials="" lastIdx="0" clrIdx="949"/>
  <p:cmAuthor id="951" name="Unknown User48" initials="" lastIdx="0" clrIdx="950"/>
  <p:cmAuthor id="952" name="Sky123.Org" initials="" lastIdx="0" clrIdx="951"/>
  <p:cmAuthor id="953" name="沙俊杰00140688" initials="沙俊杰00140688" lastIdx="0" clrIdx="952"/>
  <p:cmAuthor id="976" name="10255708" initials="1" lastIdx="0" clrIdx="975"/>
  <p:cmAuthor id="988" name="张家慧" initials="张" lastIdx="0" clrIdx="987"/>
  <p:cmAuthor id="999" name="MA YOU" initials="M" lastIdx="0" clrIdx="998"/>
  <p:cmAuthor id="1046" name="ma jialin" initials="mj" lastIdx="0" clrIdx="1045"/>
  <p:cmAuthor id="1061" name="zhanmin2" initials="z" lastIdx="0" clrIdx="1060"/>
  <p:cmAuthor id="1062" name="xuehaiyan1" initials="x" lastIdx="0" clrIdx="1061"/>
  <p:cmAuthor id="1063" name="丁宇|dingyu2" initials="丁" lastIdx="0" clrIdx="1062"/>
  <p:cmAuthor id="1064" name="lsjinxin" initials="l" lastIdx="0" clrIdx="1063"/>
  <p:cmAuthor id="1065" name="IrisH" initials="I" lastIdx="0" clrIdx="1064"/>
  <p:cmAuthor id="1066" name="pc" initials="p" lastIdx="0" clrIdx="1065"/>
  <p:cmAuthor id="1067" name="何秦囷|heqinjun" initials="何" lastIdx="0" clrIdx="1066"/>
  <p:cmAuthor id="1068" name="陆展捷|luzj_nb" initials="陆" lastIdx="0" clrIdx="1067"/>
  <p:cmAuthor id="1069" name="sunkaijie" initials="s" lastIdx="0" clrIdx="1068"/>
  <p:cmAuthor id="1070" name="戴维" initials="戴" lastIdx="0" clrIdx="1069"/>
  <p:cmAuthor id="1071" name="whsay" initials="w" lastIdx="0" clrIdx="1070"/>
  <p:cmAuthor id="1072" name="Xiaosu Wang" initials="XW" lastIdx="0" clrIdx="1071"/>
  <p:cmAuthor id="1075" name="rq fan" initials="r" lastIdx="0" clrIdx="1074"/>
  <p:cmAuthor id="1092" name="Youwen Sun" initials="Y" lastIdx="0" clrIdx="1091"/>
  <p:cmAuthor id="1096" name="dadi" initials="d" lastIdx="0" clrIdx="1095"/>
  <p:cmAuthor id="1098" name="张田田" initials="张" lastIdx="0" clrIdx="1097"/>
  <p:cmAuthor id="1099" name="杨彦伟" initials="杨" lastIdx="0" clrIdx="1098"/>
  <p:cmAuthor id="1100" name="徐光宇" initials="徐" lastIdx="0" clrIdx="1099"/>
  <p:cmAuthor id="1104" name="孙大威" initials="孙" lastIdx="0" clrIdx="1103"/>
  <p:cmAuthor id="1107" name="朱海平" initials="朱" lastIdx="0" clrIdx="1106"/>
  <p:cmAuthor id="1109" name="席金煜" initials="席" lastIdx="0" clrIdx="1108"/>
  <p:cmAuthor id="1120" name="CMIC" initials="C" lastIdx="0" clrIdx="1119"/>
  <p:cmAuthor id="1122" name="macos" initials="m" lastIdx="0" clrIdx="1121"/>
  <p:cmAuthor id="1123" name="wangchangkun@cmhi.cmcc" initials="wangchangkun@cmhi.cmcc" lastIdx="0" clrIdx="1122"/>
  <p:cmAuthor id="1124" name="张妍" initials="张" lastIdx="0" clrIdx="1123"/>
  <p:cmAuthor id="1125" name="刘 念" initials="刘" lastIdx="0" clrIdx="1124"/>
  <p:cmAuthor id="1126" name="619963410@qq.com" initials="6" lastIdx="0" clrIdx="1125"/>
  <p:cmAuthor id="1127" name="zhengmn" initials="zhengmn" lastIdx="0" clrIdx="1126"/>
  <p:cmAuthor id="1128" name="crespo lee" initials="cl" lastIdx="0" clrIdx="1127"/>
  <p:cmAuthor id="1129" name="sammi" initials="s" lastIdx="0" clrIdx="1128"/>
  <p:cmAuthor id="1130" name="zhoux" initials="z" lastIdx="0" clrIdx="1129"/>
  <p:cmAuthor id="1131" name="Unknown User67" initials="U" lastIdx="0" clrIdx="1130"/>
  <p:cmAuthor id="1132" name="赵欣" initials="zx" lastIdx="0" clrIdx="1131"/>
  <p:cmAuthor id="321496044" name="虞新颖" initials="虞" lastIdx="1" clrIdx="661"/>
  <p:cmAuthor id="286525169" name="徐首泽" initials="徐" lastIdx="1" clrIdx="649"/>
  <p:cmAuthor id="241790624" name="蘇建明 fatty" initials="蘇" lastIdx="1" clrIdx="659"/>
  <p:cmAuthor id="511888957" name="大青衣" initials="大" lastIdx="1" clrIdx="2"/>
  <p:cmAuthor id="1153631622" name="mancy" initials="m" lastIdx="1" clrIdx="679"/>
  <p:cmAuthor id="893" name="huangsisi1@zj.cmcc" initials="huangsisi1@zj.cmcc" lastIdx="1" clrIdx="892"/>
  <p:cmAuthor id="1153631623" name="刘倩倩_vEFzEfqy" initials="authorId_601669028" lastIdx="0" clrIdx="0"/>
  <p:cmAuthor id="286620958" name="吴呱呱" initials="吴" lastIdx="1" clrIdx="357"/>
  <p:cmAuthor id="738822927" name="洋仔" initials="洋" lastIdx="1" clrIdx="885"/>
  <p:cmAuthor id="862" name="guoshasha@hq.cmcc" initials="guoshasha" lastIdx="1" clrIdx="861"/>
  <p:cmAuthor id="899" name="jinpengcheng" initials="j" lastIdx="1" clrIdx="898"/>
  <p:cmAuthor id="258699233" name="永月墨夜" initials="永" lastIdx="1" clrIdx="79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DB29"/>
    <a:srgbClr val="1184CF"/>
    <a:srgbClr val="C00000"/>
    <a:srgbClr val="B6C7EA"/>
    <a:srgbClr val="BCDAEF"/>
    <a:srgbClr val="FFFFFF"/>
    <a:srgbClr val="4874CB"/>
    <a:srgbClr val="4F80BD"/>
    <a:srgbClr val="F2F2F2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0" autoAdjust="0"/>
    <p:restoredTop sz="89123" autoAdjust="0"/>
  </p:normalViewPr>
  <p:slideViewPr>
    <p:cSldViewPr showGuides="1">
      <p:cViewPr varScale="1">
        <p:scale>
          <a:sx n="78" d="100"/>
          <a:sy n="78" d="100"/>
        </p:scale>
        <p:origin x="1008" y="67"/>
      </p:cViewPr>
      <p:guideLst>
        <p:guide orient="horz" pos="1038"/>
        <p:guide pos="5192"/>
        <p:guide orient="horz" pos="746"/>
        <p:guide pos="7358"/>
        <p:guide pos="306"/>
        <p:guide pos="2357"/>
        <p:guide orient="horz" pos="3792"/>
        <p:guide pos="413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8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F:\&#22025;&#20852;&#31227;&#21160;\&#25919;&#20225;\&#29289;&#32852;&#32593;\&#26448;&#26009;\2025\&#32463;&#20998;&#20250;\8&#26376;\&#25968;&#25454;&#27719;&#24635;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F:\&#22025;&#20852;&#31227;&#21160;\&#25919;&#20225;\&#29289;&#32852;&#32593;\&#26448;&#26009;\2025\&#32463;&#20998;&#20250;\8&#26376;\&#25968;&#25454;&#27719;&#24635;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F:\&#22025;&#20852;&#31227;&#21160;\&#25919;&#20225;\&#29289;&#32852;&#32593;\&#26448;&#26009;\2025\&#32463;&#20998;&#20250;\8&#26376;\&#25968;&#25454;&#27719;&#24635;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9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0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57787625143607"/>
          <c:y val="0.102389078498294"/>
          <c:w val="0.928606597735106"/>
          <c:h val="0.5762067284251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一次性收入累计（万元）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 c:formatCode="0.00_ ">
                  <c:v>平湖</c:v>
                </c:pt>
                <c:pt idx="1" c:formatCode="0.00_ ">
                  <c:v>战客</c:v>
                </c:pt>
                <c:pt idx="2" c:formatCode="0.00_ ">
                  <c:v>海宁</c:v>
                </c:pt>
                <c:pt idx="3" c:formatCode="0.00_ ">
                  <c:v>海盐</c:v>
                </c:pt>
                <c:pt idx="4" c:formatCode="0.00_ ">
                  <c:v>桐乡</c:v>
                </c:pt>
                <c:pt idx="5" c:formatCode="0.00_ ">
                  <c:v>嘉禾</c:v>
                </c:pt>
                <c:pt idx="6">
                  <c:v>嘉善</c:v>
                </c:pt>
              </c:strCache>
            </c:strRef>
          </c:cat>
          <c:val>
            <c:numRef>
              <c:f>Sheet1!$B$2:$B$8</c:f>
              <c:numCache>
                <c:formatCode>0_);[Red]\(0\)</c:formatCode>
                <c:ptCount val="7"/>
                <c:pt idx="0">
                  <c:v>155.377358490566</c:v>
                </c:pt>
                <c:pt idx="1">
                  <c:v>141.17358490566</c:v>
                </c:pt>
                <c:pt idx="2">
                  <c:v>247.035849056604</c:v>
                </c:pt>
                <c:pt idx="3">
                  <c:v>117.7</c:v>
                </c:pt>
                <c:pt idx="4">
                  <c:v>215.335849056604</c:v>
                </c:pt>
                <c:pt idx="5">
                  <c:v>147.9</c:v>
                </c:pt>
                <c:pt idx="6">
                  <c:v>41.5339622641509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227904"/>
        <c:axId val="53229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同比（%）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 c:formatCode="0.00_ ">
                  <c:v>平湖</c:v>
                </c:pt>
                <c:pt idx="1" c:formatCode="0.00_ ">
                  <c:v>战客</c:v>
                </c:pt>
                <c:pt idx="2" c:formatCode="0.00_ ">
                  <c:v>海宁</c:v>
                </c:pt>
                <c:pt idx="3" c:formatCode="0.00_ ">
                  <c:v>海盐</c:v>
                </c:pt>
                <c:pt idx="4" c:formatCode="0.00_ ">
                  <c:v>桐乡</c:v>
                </c:pt>
                <c:pt idx="5" c:formatCode="0.00_ ">
                  <c:v>嘉禾</c:v>
                </c:pt>
                <c:pt idx="6">
                  <c:v>嘉善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-0.0945375379337645</c:v>
                </c:pt>
                <c:pt idx="1">
                  <c:v>-0.147502506608333</c:v>
                </c:pt>
                <c:pt idx="2">
                  <c:v>-0.215759209344114</c:v>
                </c:pt>
                <c:pt idx="3">
                  <c:v>-0.306014150943396</c:v>
                </c:pt>
                <c:pt idx="4">
                  <c:v>-0.395802892658238</c:v>
                </c:pt>
                <c:pt idx="5">
                  <c:v>-0.546736132393503</c:v>
                </c:pt>
                <c:pt idx="6">
                  <c:v>-0.868771051298101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3230976"/>
        <c:axId val="53236864"/>
      </c:lineChart>
      <c:catAx>
        <c:axId val="532279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229440"/>
        <c:crosses val="autoZero"/>
        <c:auto val="1"/>
        <c:lblAlgn val="ctr"/>
        <c:lblOffset val="100"/>
        <c:noMultiLvlLbl val="0"/>
      </c:catAx>
      <c:valAx>
        <c:axId val="53229440"/>
        <c:scaling>
          <c:orientation val="minMax"/>
          <c:max val="300"/>
          <c:min val="0"/>
        </c:scaling>
        <c:delete val="0"/>
        <c:axPos val="l"/>
        <c:numFmt formatCode="0_);[Red]\(0\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227904"/>
        <c:crosses val="autoZero"/>
        <c:crossBetween val="between"/>
      </c:valAx>
      <c:catAx>
        <c:axId val="532309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236864"/>
        <c:crosses val="autoZero"/>
        <c:auto val="1"/>
        <c:lblAlgn val="ctr"/>
        <c:lblOffset val="100"/>
        <c:noMultiLvlLbl val="0"/>
      </c:catAx>
      <c:valAx>
        <c:axId val="53236864"/>
        <c:scaling>
          <c:orientation val="minMax"/>
          <c:min val="-7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23097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0112589923959"/>
          <c:y val="0.83463414634146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beff6c5-a20b-4c5c-a412-73a020cb10fd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6896551724138"/>
          <c:y val="0.0157860824742268"/>
          <c:w val="0.974190177638454"/>
          <c:h val="0.731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物联网产品收入（万元）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舟山</c:v>
                </c:pt>
                <c:pt idx="1">
                  <c:v>台州</c:v>
                </c:pt>
                <c:pt idx="2">
                  <c:v>丽水</c:v>
                </c:pt>
                <c:pt idx="3">
                  <c:v>杭州</c:v>
                </c:pt>
                <c:pt idx="4">
                  <c:v>嘉兴</c:v>
                </c:pt>
                <c:pt idx="5">
                  <c:v>金华</c:v>
                </c:pt>
                <c:pt idx="6">
                  <c:v>宁波</c:v>
                </c:pt>
                <c:pt idx="7">
                  <c:v>温州</c:v>
                </c:pt>
                <c:pt idx="8">
                  <c:v>湖州</c:v>
                </c:pt>
                <c:pt idx="9">
                  <c:v>衢州</c:v>
                </c:pt>
                <c:pt idx="10">
                  <c:v>绍兴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2632</c:v>
                </c:pt>
                <c:pt idx="1">
                  <c:v>9983</c:v>
                </c:pt>
                <c:pt idx="2">
                  <c:v>3168</c:v>
                </c:pt>
                <c:pt idx="3">
                  <c:v>17828</c:v>
                </c:pt>
                <c:pt idx="4">
                  <c:v>7011</c:v>
                </c:pt>
                <c:pt idx="5">
                  <c:v>12292</c:v>
                </c:pt>
                <c:pt idx="6">
                  <c:v>16440</c:v>
                </c:pt>
                <c:pt idx="7">
                  <c:v>14968</c:v>
                </c:pt>
                <c:pt idx="8">
                  <c:v>7998</c:v>
                </c:pt>
                <c:pt idx="9">
                  <c:v>2710</c:v>
                </c:pt>
                <c:pt idx="10">
                  <c:v>5739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3062272"/>
        <c:axId val="5308044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同比增长（%）</c:v>
                </c:pt>
              </c:strCache>
            </c:strRef>
          </c:tx>
          <c:spPr>
            <a:effectLst/>
          </c:spPr>
          <c:marker>
            <c:symbol val="circle"/>
            <c:size val="6"/>
            <c:spPr>
              <a:solidFill>
                <a:schemeClr val="bg1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Sheet1!$A$2:$A$12</c:f>
              <c:strCache>
                <c:ptCount val="11"/>
                <c:pt idx="0">
                  <c:v>舟山</c:v>
                </c:pt>
                <c:pt idx="1">
                  <c:v>台州</c:v>
                </c:pt>
                <c:pt idx="2">
                  <c:v>丽水</c:v>
                </c:pt>
                <c:pt idx="3">
                  <c:v>杭州</c:v>
                </c:pt>
                <c:pt idx="4">
                  <c:v>嘉兴</c:v>
                </c:pt>
                <c:pt idx="5">
                  <c:v>金华</c:v>
                </c:pt>
                <c:pt idx="6">
                  <c:v>宁波</c:v>
                </c:pt>
                <c:pt idx="7">
                  <c:v>温州</c:v>
                </c:pt>
                <c:pt idx="8">
                  <c:v>湖州</c:v>
                </c:pt>
                <c:pt idx="9">
                  <c:v>衢州</c:v>
                </c:pt>
                <c:pt idx="10">
                  <c:v>绍兴</c:v>
                </c:pt>
              </c:strCache>
            </c:strRef>
          </c:cat>
          <c:val>
            <c:numRef>
              <c:f>Sheet1!$C$2:$C$12</c:f>
              <c:numCache>
                <c:formatCode>0.0%</c:formatCode>
                <c:ptCount val="11"/>
                <c:pt idx="0">
                  <c:v>0.42</c:v>
                </c:pt>
                <c:pt idx="1">
                  <c:v>0.287</c:v>
                </c:pt>
                <c:pt idx="2">
                  <c:v>0.272</c:v>
                </c:pt>
                <c:pt idx="3">
                  <c:v>0.244</c:v>
                </c:pt>
                <c:pt idx="4">
                  <c:v>0.176</c:v>
                </c:pt>
                <c:pt idx="5">
                  <c:v>0.052</c:v>
                </c:pt>
                <c:pt idx="6">
                  <c:v>0.039</c:v>
                </c:pt>
                <c:pt idx="7">
                  <c:v>-0.062</c:v>
                </c:pt>
                <c:pt idx="8">
                  <c:v>-0.329</c:v>
                </c:pt>
                <c:pt idx="9">
                  <c:v>-0.344</c:v>
                </c:pt>
                <c:pt idx="10">
                  <c:v>-0.497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3081984"/>
        <c:axId val="53083520"/>
      </c:lineChart>
      <c:catAx>
        <c:axId val="5306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080448"/>
        <c:crosses val="autoZero"/>
        <c:auto val="1"/>
        <c:lblAlgn val="ctr"/>
        <c:lblOffset val="100"/>
        <c:noMultiLvlLbl val="0"/>
      </c:catAx>
      <c:valAx>
        <c:axId val="53080448"/>
        <c:scaling>
          <c:orientation val="minMax"/>
          <c:max val="4500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062272"/>
        <c:crosses val="autoZero"/>
        <c:crossBetween val="between"/>
      </c:valAx>
      <c:catAx>
        <c:axId val="53081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083520"/>
        <c:crosses val="autoZero"/>
        <c:auto val="1"/>
        <c:lblAlgn val="ctr"/>
        <c:lblOffset val="100"/>
        <c:noMultiLvlLbl val="0"/>
      </c:catAx>
      <c:valAx>
        <c:axId val="53083520"/>
        <c:scaling>
          <c:orientation val="minMax"/>
          <c:max val="2"/>
          <c:min val="-3.5"/>
        </c:scaling>
        <c:delete val="0"/>
        <c:axPos val="r"/>
        <c:numFmt formatCode="0.00%" sourceLinked="0"/>
        <c:majorTickMark val="none"/>
        <c:minorTickMark val="none"/>
        <c:tickLblPos val="none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08198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141146759469008"/>
          <c:y val="0.83145203822572"/>
          <c:w val="0.716886865771067"/>
          <c:h val="0.1518627559900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b1cb01a-0b8e-4db6-b868-e43cc1574019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57773142948821"/>
          <c:y val="0.107253886010363"/>
          <c:w val="0.928605807797208"/>
          <c:h val="0.5667357512953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和对讲当月新增（台）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嘉禾</c:v>
                </c:pt>
                <c:pt idx="1">
                  <c:v>桐乡</c:v>
                </c:pt>
                <c:pt idx="2">
                  <c:v>嘉善</c:v>
                </c:pt>
                <c:pt idx="3">
                  <c:v>海宁</c:v>
                </c:pt>
                <c:pt idx="4">
                  <c:v>海盐</c:v>
                </c:pt>
                <c:pt idx="5">
                  <c:v>平湖</c:v>
                </c:pt>
                <c:pt idx="6">
                  <c:v>战客</c:v>
                </c:pt>
              </c:strCache>
            </c:strRef>
          </c:cat>
          <c:val>
            <c:numRef>
              <c:f>Sheet1!$B$2:$B$8</c:f>
              <c:numCache>
                <c:formatCode>0_ </c:formatCode>
                <c:ptCount val="7"/>
                <c:pt idx="0">
                  <c:v>128</c:v>
                </c:pt>
                <c:pt idx="1">
                  <c:v>87</c:v>
                </c:pt>
                <c:pt idx="2">
                  <c:v>76</c:v>
                </c:pt>
                <c:pt idx="3">
                  <c:v>33</c:v>
                </c:pt>
                <c:pt idx="4">
                  <c:v>17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110656"/>
        <c:axId val="53112192"/>
      </c:barChart>
      <c:catAx>
        <c:axId val="531106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112192"/>
        <c:crosses val="autoZero"/>
        <c:auto val="1"/>
        <c:lblAlgn val="ctr"/>
        <c:lblOffset val="100"/>
        <c:noMultiLvlLbl val="0"/>
      </c:catAx>
      <c:valAx>
        <c:axId val="53112192"/>
        <c:scaling>
          <c:orientation val="minMax"/>
          <c:max val="150"/>
          <c:min val="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11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41746562398248"/>
          <c:y val="0.82388059701492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900c4f6-530b-4075-b005-5e858771cf23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57773142948821"/>
          <c:y val="0.0373134328358209"/>
          <c:w val="0.928605807797208"/>
          <c:h val="0.646666666666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千里眼当月新增（台）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嘉禾</c:v>
                </c:pt>
                <c:pt idx="1">
                  <c:v>嘉善</c:v>
                </c:pt>
                <c:pt idx="2">
                  <c:v>桐乡</c:v>
                </c:pt>
                <c:pt idx="3">
                  <c:v>平湖</c:v>
                </c:pt>
                <c:pt idx="4">
                  <c:v>海宁</c:v>
                </c:pt>
                <c:pt idx="5">
                  <c:v>海盐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</c:v>
                </c:pt>
                <c:pt idx="1">
                  <c:v>109</c:v>
                </c:pt>
                <c:pt idx="2">
                  <c:v>98</c:v>
                </c:pt>
                <c:pt idx="3">
                  <c:v>58</c:v>
                </c:pt>
                <c:pt idx="4">
                  <c:v>44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110656"/>
        <c:axId val="53112192"/>
      </c:barChart>
      <c:catAx>
        <c:axId val="531106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112192"/>
        <c:crosses val="autoZero"/>
        <c:auto val="1"/>
        <c:lblAlgn val="ctr"/>
        <c:lblOffset val="100"/>
        <c:noMultiLvlLbl val="0"/>
      </c:catAx>
      <c:valAx>
        <c:axId val="53112192"/>
        <c:scaling>
          <c:orientation val="minMax"/>
          <c:max val="25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311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41746562398248"/>
          <c:y val="0.82388059701492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900c4f6-530b-4075-b005-5e858771cf23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25618631732169"/>
          <c:y val="0.0130609511051574"/>
          <c:w val="0.954754973313925"/>
          <c:h val="0.7869390488948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年累计收入（万元）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海宁</c:v>
                </c:pt>
                <c:pt idx="1">
                  <c:v>嘉禾</c:v>
                </c:pt>
                <c:pt idx="2">
                  <c:v>平湖</c:v>
                </c:pt>
                <c:pt idx="3">
                  <c:v>桐乡</c:v>
                </c:pt>
                <c:pt idx="4">
                  <c:v>嘉善</c:v>
                </c:pt>
                <c:pt idx="5">
                  <c:v>海盐</c:v>
                </c:pt>
                <c:pt idx="6">
                  <c:v>战客</c:v>
                </c:pt>
              </c:strCache>
            </c:strRef>
          </c:cat>
          <c:val>
            <c:numRef>
              <c:f>Sheet1!$B$2:$B$8</c:f>
              <c:numCache>
                <c:formatCode>0_);[Red]\(0\)</c:formatCode>
                <c:ptCount val="7"/>
                <c:pt idx="0">
                  <c:v>1682.45</c:v>
                </c:pt>
                <c:pt idx="1">
                  <c:v>1117.26</c:v>
                </c:pt>
                <c:pt idx="2">
                  <c:v>776.4</c:v>
                </c:pt>
                <c:pt idx="3">
                  <c:v>1070.3</c:v>
                </c:pt>
                <c:pt idx="4">
                  <c:v>719.504981132075</c:v>
                </c:pt>
                <c:pt idx="5">
                  <c:v>480.900000000001</c:v>
                </c:pt>
                <c:pt idx="6">
                  <c:v>617.4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8月新增收入（万元）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海宁</c:v>
                </c:pt>
                <c:pt idx="1">
                  <c:v>嘉禾</c:v>
                </c:pt>
                <c:pt idx="2">
                  <c:v>平湖</c:v>
                </c:pt>
                <c:pt idx="3">
                  <c:v>桐乡</c:v>
                </c:pt>
                <c:pt idx="4">
                  <c:v>嘉善</c:v>
                </c:pt>
                <c:pt idx="5">
                  <c:v>海盐</c:v>
                </c:pt>
                <c:pt idx="6">
                  <c:v>战客</c:v>
                </c:pt>
              </c:strCache>
            </c:strRef>
          </c:cat>
          <c:val>
            <c:numRef>
              <c:f>Sheet1!$C$2:$C$8</c:f>
              <c:numCache>
                <c:formatCode>0_);[Red]\(0\)</c:formatCode>
                <c:ptCount val="7"/>
                <c:pt idx="0">
                  <c:v>201.161886792453</c:v>
                </c:pt>
                <c:pt idx="1">
                  <c:v>78.2203962264152</c:v>
                </c:pt>
                <c:pt idx="2">
                  <c:v>74.032358490566</c:v>
                </c:pt>
                <c:pt idx="3">
                  <c:v>63.5</c:v>
                </c:pt>
                <c:pt idx="4">
                  <c:v>48.5339622641509</c:v>
                </c:pt>
                <c:pt idx="5">
                  <c:v>33.8215094339623</c:v>
                </c:pt>
                <c:pt idx="6">
                  <c:v>31.6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85786112"/>
        <c:axId val="28584012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年累计收入增幅</c:v>
                </c:pt>
              </c:strCache>
            </c:strRef>
          </c:tx>
          <c:spPr>
            <a:ln w="28575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海宁</c:v>
                </c:pt>
                <c:pt idx="1">
                  <c:v>嘉禾</c:v>
                </c:pt>
                <c:pt idx="2">
                  <c:v>平湖</c:v>
                </c:pt>
                <c:pt idx="3">
                  <c:v>桐乡</c:v>
                </c:pt>
                <c:pt idx="4">
                  <c:v>嘉善</c:v>
                </c:pt>
                <c:pt idx="5">
                  <c:v>海盐</c:v>
                </c:pt>
                <c:pt idx="6">
                  <c:v>战客</c:v>
                </c:pt>
              </c:strCache>
            </c:strRef>
          </c:cat>
          <c:val>
            <c:numRef>
              <c:f>Sheet1!$D$2:$D$8</c:f>
              <c:numCache>
                <c:formatCode>0%</c:formatCode>
                <c:ptCount val="7"/>
                <c:pt idx="0">
                  <c:v>-0.0305675597810424</c:v>
                </c:pt>
                <c:pt idx="1">
                  <c:v>-0.109611093401337</c:v>
                </c:pt>
                <c:pt idx="2">
                  <c:v>0.493938810852414</c:v>
                </c:pt>
                <c:pt idx="3">
                  <c:v>0.130917159763314</c:v>
                </c:pt>
                <c:pt idx="4">
                  <c:v>0.0667234709148629</c:v>
                </c:pt>
                <c:pt idx="5">
                  <c:v>0.161594202898553</c:v>
                </c:pt>
                <c:pt idx="6">
                  <c:v>0.287322768974146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85842816"/>
        <c:axId val="285862144"/>
      </c:lineChart>
      <c:catAx>
        <c:axId val="28578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85840128"/>
        <c:crosses val="autoZero"/>
        <c:auto val="1"/>
        <c:lblAlgn val="ctr"/>
        <c:lblOffset val="100"/>
        <c:noMultiLvlLbl val="0"/>
      </c:catAx>
      <c:valAx>
        <c:axId val="285840128"/>
        <c:scaling>
          <c:orientation val="minMax"/>
          <c:max val="3000"/>
          <c:min val="0"/>
        </c:scaling>
        <c:delete val="0"/>
        <c:axPos val="l"/>
        <c:numFmt formatCode="0_);[Red]\(0\)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85786112"/>
        <c:crosses val="autoZero"/>
        <c:crossBetween val="between"/>
      </c:valAx>
      <c:catAx>
        <c:axId val="2858428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85862144"/>
        <c:crosses val="autoZero"/>
        <c:auto val="1"/>
        <c:lblAlgn val="ctr"/>
        <c:lblOffset val="100"/>
        <c:noMultiLvlLbl val="0"/>
      </c:catAx>
      <c:valAx>
        <c:axId val="285862144"/>
        <c:scaling>
          <c:orientation val="minMax"/>
          <c:max val="3"/>
          <c:min val="-6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285842816"/>
        <c:crosses val="max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0961552843464437"/>
          <c:y val="0.883533405367181"/>
          <c:w val="0.814121907060954"/>
          <c:h val="0.1002853648593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1cb5566-5650-4538-80f8-5499c5a7b5c3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32902816006775"/>
          <c:y val="0.0850077279752705"/>
          <c:w val="0.953419436798645"/>
          <c:h val="0.6286707882534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5G专网收入（万）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5"/>
              <c:layout>
                <c:manualLayout>
                  <c:x val="0.00156494522691706"/>
                  <c:y val="0.07387289516567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丽水</c:v>
                </c:pt>
                <c:pt idx="1">
                  <c:v>绍兴</c:v>
                </c:pt>
                <c:pt idx="2">
                  <c:v>湖州</c:v>
                </c:pt>
                <c:pt idx="3">
                  <c:v>嘉兴</c:v>
                </c:pt>
                <c:pt idx="4">
                  <c:v>衢州</c:v>
                </c:pt>
                <c:pt idx="5">
                  <c:v>杭州</c:v>
                </c:pt>
                <c:pt idx="6">
                  <c:v>舟山</c:v>
                </c:pt>
                <c:pt idx="7">
                  <c:v>温州</c:v>
                </c:pt>
                <c:pt idx="8">
                  <c:v>金华</c:v>
                </c:pt>
                <c:pt idx="9">
                  <c:v>宁波</c:v>
                </c:pt>
                <c:pt idx="10">
                  <c:v>台州</c:v>
                </c:pt>
              </c:strCache>
            </c:strRef>
          </c:cat>
          <c:val>
            <c:numRef>
              <c:f>Sheet1!$B$2:$B$12</c:f>
              <c:numCache>
                <c:formatCode>0_ </c:formatCode>
                <c:ptCount val="11"/>
                <c:pt idx="0">
                  <c:v>4146.91624</c:v>
                </c:pt>
                <c:pt idx="1">
                  <c:v>7754.64831022641</c:v>
                </c:pt>
                <c:pt idx="2">
                  <c:v>5611.613421</c:v>
                </c:pt>
                <c:pt idx="3">
                  <c:v>8058</c:v>
                </c:pt>
                <c:pt idx="4">
                  <c:v>2733.730461</c:v>
                </c:pt>
                <c:pt idx="5">
                  <c:v>17471.5384357925</c:v>
                </c:pt>
                <c:pt idx="6">
                  <c:v>2078.885221</c:v>
                </c:pt>
                <c:pt idx="7">
                  <c:v>12373.178882</c:v>
                </c:pt>
                <c:pt idx="8">
                  <c:v>9193.81207043396</c:v>
                </c:pt>
                <c:pt idx="9">
                  <c:v>11137.1216623774</c:v>
                </c:pt>
                <c:pt idx="10">
                  <c:v>6153.518534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74189279"/>
        <c:axId val="2741777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专网收入完成率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丽水</c:v>
                </c:pt>
                <c:pt idx="1">
                  <c:v>绍兴</c:v>
                </c:pt>
                <c:pt idx="2">
                  <c:v>湖州</c:v>
                </c:pt>
                <c:pt idx="3">
                  <c:v>嘉兴</c:v>
                </c:pt>
                <c:pt idx="4">
                  <c:v>衢州</c:v>
                </c:pt>
                <c:pt idx="5">
                  <c:v>杭州</c:v>
                </c:pt>
                <c:pt idx="6">
                  <c:v>舟山</c:v>
                </c:pt>
                <c:pt idx="7">
                  <c:v>温州</c:v>
                </c:pt>
                <c:pt idx="8">
                  <c:v>金华</c:v>
                </c:pt>
                <c:pt idx="9">
                  <c:v>宁波</c:v>
                </c:pt>
                <c:pt idx="10">
                  <c:v>台州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1.05118282382763</c:v>
                </c:pt>
                <c:pt idx="1">
                  <c:v>0.994185680798258</c:v>
                </c:pt>
                <c:pt idx="2">
                  <c:v>0.955981843441227</c:v>
                </c:pt>
                <c:pt idx="3">
                  <c:v>0.872162070670996</c:v>
                </c:pt>
                <c:pt idx="4">
                  <c:v>0.855627687323944</c:v>
                </c:pt>
                <c:pt idx="5">
                  <c:v>0.848132933776335</c:v>
                </c:pt>
                <c:pt idx="6">
                  <c:v>0.824954452777778</c:v>
                </c:pt>
                <c:pt idx="7">
                  <c:v>0.765193499196042</c:v>
                </c:pt>
                <c:pt idx="8">
                  <c:v>0.701817715300302</c:v>
                </c:pt>
                <c:pt idx="9">
                  <c:v>0.609251732077536</c:v>
                </c:pt>
                <c:pt idx="10">
                  <c:v>0.570827322263451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4199359"/>
        <c:axId val="274196479"/>
      </c:lineChart>
      <c:catAx>
        <c:axId val="27418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77759"/>
        <c:crosses val="autoZero"/>
        <c:auto val="1"/>
        <c:lblAlgn val="ctr"/>
        <c:lblOffset val="100"/>
        <c:noMultiLvlLbl val="0"/>
      </c:catAx>
      <c:valAx>
        <c:axId val="274177759"/>
        <c:scaling>
          <c:orientation val="minMax"/>
          <c:max val="3000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89279"/>
        <c:crosses val="autoZero"/>
        <c:crossBetween val="between"/>
      </c:valAx>
      <c:catAx>
        <c:axId val="274199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96479"/>
        <c:crosses val="autoZero"/>
        <c:auto val="1"/>
        <c:lblAlgn val="ctr"/>
        <c:lblOffset val="100"/>
        <c:noMultiLvlLbl val="0"/>
      </c:catAx>
      <c:valAx>
        <c:axId val="274196479"/>
        <c:scaling>
          <c:orientation val="minMax"/>
          <c:min val="-1.5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9935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47992049484497"/>
          <c:y val="0.872716993887755"/>
          <c:w val="0.49708918137983"/>
          <c:h val="0.1095086629901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a843cb9-07c0-4000-9a2d-87c8ded5731a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62561164816804"/>
          <c:y val="0.012998266897747"/>
          <c:w val="0.947487767036639"/>
          <c:h val="0.627383015597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5G专网收入（万）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"/>
                  <c:y val="0.11869587366276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嘉善</c:v>
                </c:pt>
                <c:pt idx="1">
                  <c:v>桐乡</c:v>
                </c:pt>
                <c:pt idx="2">
                  <c:v>海盐</c:v>
                </c:pt>
                <c:pt idx="3">
                  <c:v>平湖</c:v>
                </c:pt>
                <c:pt idx="4">
                  <c:v>嘉禾</c:v>
                </c:pt>
                <c:pt idx="5">
                  <c:v>海宁</c:v>
                </c:pt>
                <c:pt idx="6">
                  <c:v>战客</c:v>
                </c:pt>
              </c:strCache>
            </c:strRef>
          </c:cat>
          <c:val>
            <c:numRef>
              <c:f>Sheet1!$B$2:$B$8</c:f>
              <c:numCache>
                <c:formatCode>0_ </c:formatCode>
                <c:ptCount val="7"/>
                <c:pt idx="0">
                  <c:v>1105.034159</c:v>
                </c:pt>
                <c:pt idx="1">
                  <c:v>1174.36708</c:v>
                </c:pt>
                <c:pt idx="2">
                  <c:v>3510.334468</c:v>
                </c:pt>
                <c:pt idx="3">
                  <c:v>425.08317</c:v>
                </c:pt>
                <c:pt idx="4">
                  <c:v>911.049377207547</c:v>
                </c:pt>
                <c:pt idx="5">
                  <c:v>698.450599075472</c:v>
                </c:pt>
                <c:pt idx="6">
                  <c:v>203.839529924528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74189279"/>
        <c:axId val="2741777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专网收入完成率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.00310299558419859"/>
                  <c:y val="0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嘉善</c:v>
                </c:pt>
                <c:pt idx="1">
                  <c:v>桐乡</c:v>
                </c:pt>
                <c:pt idx="2">
                  <c:v>海盐</c:v>
                </c:pt>
                <c:pt idx="3">
                  <c:v>平湖</c:v>
                </c:pt>
                <c:pt idx="4">
                  <c:v>嘉禾</c:v>
                </c:pt>
                <c:pt idx="5">
                  <c:v>海宁</c:v>
                </c:pt>
                <c:pt idx="6">
                  <c:v>战客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1.60149878115942</c:v>
                </c:pt>
                <c:pt idx="1">
                  <c:v>1.17436708</c:v>
                </c:pt>
                <c:pt idx="2">
                  <c:v>0.926209622163588</c:v>
                </c:pt>
                <c:pt idx="3">
                  <c:v>0.745759947368421</c:v>
                </c:pt>
                <c:pt idx="4">
                  <c:v>0.684999531734998</c:v>
                </c:pt>
                <c:pt idx="5">
                  <c:v>0.623616606317386</c:v>
                </c:pt>
                <c:pt idx="6">
                  <c:v>0.25479941240566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4199359"/>
        <c:axId val="274196479"/>
      </c:lineChart>
      <c:catAx>
        <c:axId val="27418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77759"/>
        <c:crosses val="autoZero"/>
        <c:auto val="1"/>
        <c:lblAlgn val="ctr"/>
        <c:lblOffset val="100"/>
        <c:noMultiLvlLbl val="0"/>
      </c:catAx>
      <c:valAx>
        <c:axId val="274177759"/>
        <c:scaling>
          <c:orientation val="minMax"/>
          <c:max val="600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89279"/>
        <c:crosses val="autoZero"/>
        <c:crossBetween val="between"/>
      </c:valAx>
      <c:catAx>
        <c:axId val="274199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96479"/>
        <c:crosses val="autoZero"/>
        <c:auto val="1"/>
        <c:lblAlgn val="ctr"/>
        <c:lblOffset val="100"/>
        <c:noMultiLvlLbl val="0"/>
      </c:catAx>
      <c:valAx>
        <c:axId val="274196479"/>
        <c:scaling>
          <c:orientation val="minMax"/>
          <c:max val="2.5"/>
          <c:min val="-2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9935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53380294299112"/>
          <c:y val="0.831894404008797"/>
          <c:w val="0.562208871998682"/>
          <c:h val="0.1175564867485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66b970a-017f-4df0-bbb4-b32134c59d91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49928423731509"/>
          <c:y val="0.0533544638140518"/>
          <c:w val="0.930014315253698"/>
          <c:h val="0.5630216587427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5G入驻专网商机数（个）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海盐</c:v>
                </c:pt>
                <c:pt idx="1">
                  <c:v>嘉禾</c:v>
                </c:pt>
                <c:pt idx="2">
                  <c:v>平湖</c:v>
                </c:pt>
                <c:pt idx="3">
                  <c:v>嘉善</c:v>
                </c:pt>
                <c:pt idx="4">
                  <c:v>海宁</c:v>
                </c:pt>
                <c:pt idx="5">
                  <c:v>桐乡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4189279"/>
        <c:axId val="274177759"/>
      </c:barChart>
      <c:catAx>
        <c:axId val="27418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77759"/>
        <c:crosses val="autoZero"/>
        <c:auto val="1"/>
        <c:lblAlgn val="ctr"/>
        <c:lblOffset val="100"/>
        <c:noMultiLvlLbl val="0"/>
      </c:catAx>
      <c:valAx>
        <c:axId val="274177759"/>
        <c:scaling>
          <c:orientation val="minMax"/>
          <c:min val="0"/>
        </c:scaling>
        <c:delete val="0"/>
        <c:axPos val="l"/>
        <c:numFmt formatCode="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74189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273580404008271"/>
          <c:y val="0.826578865680011"/>
          <c:w val="0.893589947510736"/>
          <c:h val="0.159834177798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a3eb605-ef71-4b88-8bb1-1205aa8bfb9d}"/>
      </c:ext>
    </c:extLst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38167569668055"/>
          <c:y val="0.142659616401873"/>
          <c:w val="0.972366486066389"/>
          <c:h val="0.3677789419292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[数据汇总.xlsx]Sheet1!$F$1</c:f>
              <c:strCache>
                <c:ptCount val="1"/>
                <c:pt idx="0">
                  <c:v>8月5G物联视联转型发展量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[数据汇总.xlsx]Sheet1!$A$2:$A$38</c:f>
              <c:strCache>
                <c:ptCount val="10"/>
                <c:pt idx="0">
                  <c:v>嘉善罗星</c:v>
                </c:pt>
                <c:pt idx="1">
                  <c:v>嘉禾秀洲</c:v>
                </c:pt>
                <c:pt idx="2">
                  <c:v>桐乡梧桐</c:v>
                </c:pt>
                <c:pt idx="3">
                  <c:v>嘉禾南湖</c:v>
                </c:pt>
                <c:pt idx="4">
                  <c:v>海宁许村</c:v>
                </c:pt>
                <c:pt idx="5">
                  <c:v>嘉禾经开</c:v>
                </c:pt>
                <c:pt idx="6">
                  <c:v>海宁硖石</c:v>
                </c:pt>
                <c:pt idx="7">
                  <c:v>桐乡濮院</c:v>
                </c:pt>
                <c:pt idx="8">
                  <c:v>平湖当湖</c:v>
                </c:pt>
                <c:pt idx="9">
                  <c:v>海盐武原</c:v>
                </c:pt>
              </c:strCache>
            </c:strRef>
          </c:cat>
          <c:val>
            <c:numRef>
              <c:f>[数据汇总.xlsx]Sheet1!$F$2:$F$38</c:f>
              <c:numCache>
                <c:formatCode>0_ </c:formatCode>
                <c:ptCount val="10"/>
                <c:pt idx="0">
                  <c:v>154.71</c:v>
                </c:pt>
                <c:pt idx="1">
                  <c:v>130.24</c:v>
                </c:pt>
                <c:pt idx="2">
                  <c:v>106.3</c:v>
                </c:pt>
                <c:pt idx="3">
                  <c:v>92.58</c:v>
                </c:pt>
                <c:pt idx="4">
                  <c:v>88.09</c:v>
                </c:pt>
                <c:pt idx="5">
                  <c:v>86.34</c:v>
                </c:pt>
                <c:pt idx="6">
                  <c:v>47.33</c:v>
                </c:pt>
                <c:pt idx="7">
                  <c:v>36.96</c:v>
                </c:pt>
                <c:pt idx="8">
                  <c:v>36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09165402"/>
        <c:axId val="411729121"/>
      </c:barChart>
      <c:catAx>
        <c:axId val="30916540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11729121"/>
        <c:crosses val="autoZero"/>
        <c:auto val="1"/>
        <c:lblAlgn val="ctr"/>
        <c:lblOffset val="100"/>
        <c:noMultiLvlLbl val="0"/>
      </c:catAx>
      <c:valAx>
        <c:axId val="411729121"/>
        <c:scaling>
          <c:orientation val="minMax"/>
        </c:scaling>
        <c:delete val="1"/>
        <c:axPos val="l"/>
        <c:numFmt formatCode="0_ 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916540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16079619334005"/>
          <c:y val="0.742238479495616"/>
          <c:w val="0.172864937689591"/>
          <c:h val="0.21885435239478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8c3321e-c216-4006-be56-390b5323c62c}"/>
      </c:ext>
    </c:extLst>
  </c:chart>
  <c:spPr>
    <a:noFill/>
    <a:ln w="9525" cap="flat" cmpd="sng" algn="ctr">
      <a:solidFill>
        <a:schemeClr val="bg1"/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110834142942897"/>
          <c:y val="0.130155804976852"/>
          <c:w val="0.988305661963297"/>
          <c:h val="0.4350241165569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[数据汇总.xlsx]Sheet1!$F$1</c:f>
              <c:strCache>
                <c:ptCount val="1"/>
                <c:pt idx="0">
                  <c:v>8月5G物联视联转型发展量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[数据汇总.xlsx]Sheet1!$A$2:$A$37</c:f>
              <c:strCache>
                <c:ptCount val="18"/>
                <c:pt idx="0">
                  <c:v>平湖乍浦</c:v>
                </c:pt>
                <c:pt idx="1">
                  <c:v>海宁盐官</c:v>
                </c:pt>
                <c:pt idx="2">
                  <c:v>嘉禾王店</c:v>
                </c:pt>
                <c:pt idx="3">
                  <c:v>平湖经开</c:v>
                </c:pt>
                <c:pt idx="4">
                  <c:v>桐乡开发区</c:v>
                </c:pt>
                <c:pt idx="5">
                  <c:v>嘉善经开</c:v>
                </c:pt>
                <c:pt idx="6">
                  <c:v>桐乡洲泉</c:v>
                </c:pt>
                <c:pt idx="7">
                  <c:v>嘉禾洪合</c:v>
                </c:pt>
                <c:pt idx="8">
                  <c:v>嘉善魏塘</c:v>
                </c:pt>
                <c:pt idx="9">
                  <c:v>嘉禾城北</c:v>
                </c:pt>
                <c:pt idx="10">
                  <c:v>嘉禾城东</c:v>
                </c:pt>
                <c:pt idx="11">
                  <c:v>桐乡崇福</c:v>
                </c:pt>
                <c:pt idx="12">
                  <c:v>海宁海昌</c:v>
                </c:pt>
                <c:pt idx="13">
                  <c:v>嘉禾王江泾</c:v>
                </c:pt>
                <c:pt idx="14">
                  <c:v>嘉禾余新</c:v>
                </c:pt>
                <c:pt idx="15">
                  <c:v>海宁长安</c:v>
                </c:pt>
                <c:pt idx="16">
                  <c:v>嘉禾大桥</c:v>
                </c:pt>
                <c:pt idx="17">
                  <c:v>桐乡乌镇</c:v>
                </c:pt>
              </c:strCache>
            </c:strRef>
          </c:cat>
          <c:val>
            <c:numRef>
              <c:f>[数据汇总.xlsx]Sheet1!$F$2:$F$37</c:f>
              <c:numCache>
                <c:formatCode>0_ </c:formatCode>
                <c:ptCount val="18"/>
                <c:pt idx="0">
                  <c:v>162</c:v>
                </c:pt>
                <c:pt idx="1">
                  <c:v>108</c:v>
                </c:pt>
                <c:pt idx="2">
                  <c:v>54</c:v>
                </c:pt>
                <c:pt idx="3">
                  <c:v>48.26</c:v>
                </c:pt>
                <c:pt idx="4">
                  <c:v>43.74</c:v>
                </c:pt>
                <c:pt idx="5">
                  <c:v>32.26</c:v>
                </c:pt>
                <c:pt idx="6">
                  <c:v>26.07</c:v>
                </c:pt>
                <c:pt idx="7">
                  <c:v>24</c:v>
                </c:pt>
                <c:pt idx="8">
                  <c:v>23</c:v>
                </c:pt>
                <c:pt idx="9">
                  <c:v>19.1</c:v>
                </c:pt>
                <c:pt idx="10">
                  <c:v>16.68</c:v>
                </c:pt>
                <c:pt idx="11">
                  <c:v>15.12</c:v>
                </c:pt>
                <c:pt idx="12">
                  <c:v>14.37</c:v>
                </c:pt>
                <c:pt idx="13">
                  <c:v>12.96</c:v>
                </c:pt>
                <c:pt idx="14">
                  <c:v>6.03</c:v>
                </c:pt>
                <c:pt idx="15">
                  <c:v>6</c:v>
                </c:pt>
                <c:pt idx="16">
                  <c:v>5</c:v>
                </c:pt>
                <c:pt idx="17">
                  <c:v>4.31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43849001"/>
        <c:axId val="69743859"/>
      </c:barChart>
      <c:catAx>
        <c:axId val="543849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69743859"/>
        <c:crosses val="autoZero"/>
        <c:auto val="1"/>
        <c:lblAlgn val="ctr"/>
        <c:lblOffset val="100"/>
        <c:noMultiLvlLbl val="0"/>
      </c:catAx>
      <c:valAx>
        <c:axId val="69743859"/>
        <c:scaling>
          <c:orientation val="minMax"/>
        </c:scaling>
        <c:delete val="1"/>
        <c:axPos val="l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84900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7427759924849"/>
          <c:y val="0.764830727577472"/>
          <c:w val="0.184878801084846"/>
          <c:h val="0.19967223470156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537df0c-d435-4893-a6dc-35c248875e3c}"/>
      </c:ext>
    </c:extLst>
  </c:chart>
  <c:spPr>
    <a:noFill/>
    <a:ln w="9525" cap="flat" cmpd="sng" algn="ctr">
      <a:solidFill>
        <a:schemeClr val="bg1"/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42479039415903"/>
          <c:y val="0.142302716688228"/>
          <c:w val="0.977091267462734"/>
          <c:h val="0.4286469527660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[数据汇总.xlsx]Sheet1!$F$1</c:f>
              <c:strCache>
                <c:ptCount val="1"/>
                <c:pt idx="0">
                  <c:v>8月5G物联视联转型发展量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[数据汇总.xlsx]Sheet1!$A$2:$A$48</c:f>
              <c:strCache>
                <c:ptCount val="18"/>
                <c:pt idx="0">
                  <c:v>嘉善姚庄</c:v>
                </c:pt>
                <c:pt idx="1">
                  <c:v>海盐百步</c:v>
                </c:pt>
                <c:pt idx="2">
                  <c:v>嘉善西塘</c:v>
                </c:pt>
                <c:pt idx="3">
                  <c:v>海盐经开</c:v>
                </c:pt>
                <c:pt idx="4">
                  <c:v>海宁袁花</c:v>
                </c:pt>
                <c:pt idx="5">
                  <c:v>嘉禾油车港</c:v>
                </c:pt>
                <c:pt idx="6">
                  <c:v>嘉善干窑</c:v>
                </c:pt>
                <c:pt idx="7">
                  <c:v>平湖新仓</c:v>
                </c:pt>
                <c:pt idx="8">
                  <c:v>平湖独山港</c:v>
                </c:pt>
                <c:pt idx="9">
                  <c:v>海宁马桥</c:v>
                </c:pt>
                <c:pt idx="10">
                  <c:v>海宁斜桥</c:v>
                </c:pt>
                <c:pt idx="11">
                  <c:v>平湖新埭</c:v>
                </c:pt>
                <c:pt idx="12">
                  <c:v>桐乡屠甸</c:v>
                </c:pt>
                <c:pt idx="13">
                  <c:v>桐乡石门</c:v>
                </c:pt>
                <c:pt idx="14">
                  <c:v>海盐通元</c:v>
                </c:pt>
                <c:pt idx="15">
                  <c:v>桐乡大麻</c:v>
                </c:pt>
                <c:pt idx="16">
                  <c:v>嘉禾新丰</c:v>
                </c:pt>
                <c:pt idx="17">
                  <c:v>海盐秦山</c:v>
                </c:pt>
              </c:strCache>
            </c:strRef>
          </c:cat>
          <c:val>
            <c:numRef>
              <c:f>[数据汇总.xlsx]Sheet1!$F$2:$F$48</c:f>
              <c:numCache>
                <c:formatCode>0_ </c:formatCode>
                <c:ptCount val="18"/>
                <c:pt idx="0">
                  <c:v>53</c:v>
                </c:pt>
                <c:pt idx="1">
                  <c:v>44.12</c:v>
                </c:pt>
                <c:pt idx="2">
                  <c:v>30</c:v>
                </c:pt>
                <c:pt idx="3">
                  <c:v>20.29</c:v>
                </c:pt>
                <c:pt idx="4">
                  <c:v>20</c:v>
                </c:pt>
                <c:pt idx="5">
                  <c:v>16.24</c:v>
                </c:pt>
                <c:pt idx="6">
                  <c:v>12</c:v>
                </c:pt>
                <c:pt idx="7">
                  <c:v>10.72</c:v>
                </c:pt>
                <c:pt idx="8">
                  <c:v>5</c:v>
                </c:pt>
                <c:pt idx="9">
                  <c:v>3.99999999999999</c:v>
                </c:pt>
                <c:pt idx="10">
                  <c:v>3.42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414889980"/>
        <c:axId val="144573526"/>
      </c:barChart>
      <c:catAx>
        <c:axId val="4148899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144573526"/>
        <c:crosses val="autoZero"/>
        <c:auto val="1"/>
        <c:lblAlgn val="ctr"/>
        <c:lblOffset val="100"/>
        <c:noMultiLvlLbl val="0"/>
      </c:catAx>
      <c:valAx>
        <c:axId val="144573526"/>
        <c:scaling>
          <c:orientation val="minMax"/>
        </c:scaling>
        <c:delete val="1"/>
        <c:axPos val="l"/>
        <c:numFmt formatCode="0_ 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14889980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legend>
      <c:legendPos val="r"/>
      <c:layout>
        <c:manualLayout>
          <c:xMode val="edge"/>
          <c:yMode val="edge"/>
          <c:x val="0.423853766413489"/>
          <c:y val="0.790758963539312"/>
          <c:w val="0.140016942186083"/>
          <c:h val="0.1943977763017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b80266b-f470-4c56-9e85-eb01965cc815}"/>
      </c:ext>
    </c:extLst>
  </c:chart>
  <c:spPr>
    <a:noFill/>
    <a:ln w="9525" cap="flat" cmpd="sng" algn="ctr">
      <a:solidFill>
        <a:schemeClr val="bg1"/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81768571110369"/>
          <c:y val="0.0694956949569496"/>
          <c:w val="0.94375765675465"/>
          <c:h val="0.5962355473554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8月5G物联视联产品收入（万元）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海宁袁花</c:v>
                </c:pt>
                <c:pt idx="1">
                  <c:v>海宁马桥</c:v>
                </c:pt>
                <c:pt idx="2">
                  <c:v>平湖独山港</c:v>
                </c:pt>
                <c:pt idx="3">
                  <c:v>平湖新仓</c:v>
                </c:pt>
                <c:pt idx="4">
                  <c:v>桐乡大麻</c:v>
                </c:pt>
                <c:pt idx="5">
                  <c:v>海盐通元</c:v>
                </c:pt>
                <c:pt idx="6">
                  <c:v>海宁斜桥</c:v>
                </c:pt>
                <c:pt idx="7">
                  <c:v>桐乡屠甸</c:v>
                </c:pt>
                <c:pt idx="8">
                  <c:v>嘉善西塘</c:v>
                </c:pt>
                <c:pt idx="9">
                  <c:v>海盐百步</c:v>
                </c:pt>
                <c:pt idx="10">
                  <c:v>嘉善姚庄</c:v>
                </c:pt>
                <c:pt idx="11">
                  <c:v>海盐经开</c:v>
                </c:pt>
                <c:pt idx="12">
                  <c:v>嘉禾新丰</c:v>
                </c:pt>
                <c:pt idx="13">
                  <c:v>海盐秦山</c:v>
                </c:pt>
                <c:pt idx="14">
                  <c:v>平湖新埭</c:v>
                </c:pt>
                <c:pt idx="15">
                  <c:v>嘉禾油车港</c:v>
                </c:pt>
                <c:pt idx="16">
                  <c:v>嘉善干窑</c:v>
                </c:pt>
                <c:pt idx="17">
                  <c:v>桐乡石门</c:v>
                </c:pt>
              </c:strCache>
            </c:strRef>
          </c:cat>
          <c:val>
            <c:numRef>
              <c:f>Sheet1!$B$2:$B$19</c:f>
              <c:numCache>
                <c:formatCode>_ * #,##0_ ;_ * \-#,##0_ ;_ * "-"??_ ;_ @_ </c:formatCode>
                <c:ptCount val="18"/>
                <c:pt idx="0">
                  <c:v>12.30834</c:v>
                </c:pt>
                <c:pt idx="1">
                  <c:v>10.400601</c:v>
                </c:pt>
                <c:pt idx="2">
                  <c:v>5.737169</c:v>
                </c:pt>
                <c:pt idx="3">
                  <c:v>5.390819</c:v>
                </c:pt>
                <c:pt idx="4">
                  <c:v>4.909767</c:v>
                </c:pt>
                <c:pt idx="5">
                  <c:v>2.630743</c:v>
                </c:pt>
                <c:pt idx="6">
                  <c:v>2.597912</c:v>
                </c:pt>
                <c:pt idx="7">
                  <c:v>2.525382</c:v>
                </c:pt>
                <c:pt idx="8">
                  <c:v>2.267275</c:v>
                </c:pt>
                <c:pt idx="9">
                  <c:v>1.92988</c:v>
                </c:pt>
                <c:pt idx="10">
                  <c:v>1.119733</c:v>
                </c:pt>
                <c:pt idx="11">
                  <c:v>1.050706</c:v>
                </c:pt>
                <c:pt idx="12" c:formatCode="_ * #,##0.0_ ;_ * \-#,##0.0_ ;_ * &quot;-&quot;??.0_ ;_ @_ ">
                  <c:v>0.848302</c:v>
                </c:pt>
                <c:pt idx="13" c:formatCode="_ * #,##0.0_ ;_ * \-#,##0.0_ ;_ * &quot;-&quot;??.0_ ;_ @_ ">
                  <c:v>0.730613</c:v>
                </c:pt>
                <c:pt idx="14" c:formatCode="_ * #,##0.0_ ;_ * \-#,##0.0_ ;_ * &quot;-&quot;??.0_ ;_ @_ ">
                  <c:v>0.621685</c:v>
                </c:pt>
                <c:pt idx="15" c:formatCode="_ * #,##0.0_ ;_ * \-#,##0.0_ ;_ * &quot;-&quot;??.0_ ;_ @_ ">
                  <c:v>0.526868</c:v>
                </c:pt>
                <c:pt idx="16" c:formatCode="_ * #,##0.0_ ;_ * \-#,##0.0_ ;_ * &quot;-&quot;??.0_ ;_ @_ ">
                  <c:v>0.443577</c:v>
                </c:pt>
                <c:pt idx="17" c:formatCode="_ * #,##0.0_ ;_ * \-#,##0.0_ ;_ * &quot;-&quot;??.0_ ;_ @_ ">
                  <c:v>0.426095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983616"/>
        <c:axId val="153997696"/>
      </c:barChart>
      <c:catAx>
        <c:axId val="15398361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53997696"/>
        <c:crosses val="autoZero"/>
        <c:auto val="1"/>
        <c:lblAlgn val="ctr"/>
        <c:lblOffset val="100"/>
        <c:noMultiLvlLbl val="0"/>
      </c:catAx>
      <c:valAx>
        <c:axId val="153997696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5398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1032920567804"/>
          <c:y val="0.833169291338583"/>
          <c:w val="0.263545756569012"/>
          <c:h val="0.15206692913385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8eb8ca-05be-4be7-b5ae-b1d3e5b5318f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81768571110369"/>
          <c:y val="0.0694956949569496"/>
          <c:w val="0.94375765675465"/>
          <c:h val="0.5962355473554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8月季度5G物联视联产品收入（万元）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海宁盐官</c:v>
                </c:pt>
                <c:pt idx="1">
                  <c:v>桐乡开发区</c:v>
                </c:pt>
                <c:pt idx="2">
                  <c:v>平湖乍浦</c:v>
                </c:pt>
                <c:pt idx="3">
                  <c:v>桐乡洲泉</c:v>
                </c:pt>
                <c:pt idx="4">
                  <c:v>海宁海昌</c:v>
                </c:pt>
                <c:pt idx="5">
                  <c:v>桐乡崇福</c:v>
                </c:pt>
                <c:pt idx="6">
                  <c:v>嘉禾城北</c:v>
                </c:pt>
                <c:pt idx="7">
                  <c:v>平湖经开</c:v>
                </c:pt>
                <c:pt idx="8">
                  <c:v>嘉禾城东</c:v>
                </c:pt>
                <c:pt idx="9">
                  <c:v>桐乡乌镇</c:v>
                </c:pt>
                <c:pt idx="10">
                  <c:v>嘉善魏塘</c:v>
                </c:pt>
                <c:pt idx="11">
                  <c:v>嘉善经开</c:v>
                </c:pt>
                <c:pt idx="12">
                  <c:v>海宁长安</c:v>
                </c:pt>
                <c:pt idx="13">
                  <c:v>嘉禾余新</c:v>
                </c:pt>
                <c:pt idx="14">
                  <c:v>嘉禾洪合</c:v>
                </c:pt>
                <c:pt idx="15">
                  <c:v>嘉禾王江泾</c:v>
                </c:pt>
                <c:pt idx="16">
                  <c:v>嘉禾大桥</c:v>
                </c:pt>
                <c:pt idx="17">
                  <c:v>嘉禾王店</c:v>
                </c:pt>
              </c:strCache>
            </c:strRef>
          </c:cat>
          <c:val>
            <c:numRef>
              <c:f>Sheet1!$B$2:$B$19</c:f>
              <c:numCache>
                <c:formatCode>_ * #,##0_ ;_ * \-#,##0_ ;_ * "-"??_ ;_ @_ </c:formatCode>
                <c:ptCount val="18"/>
                <c:pt idx="0">
                  <c:v>327.286428</c:v>
                </c:pt>
                <c:pt idx="1">
                  <c:v>24.473217</c:v>
                </c:pt>
                <c:pt idx="2">
                  <c:v>23.448806</c:v>
                </c:pt>
                <c:pt idx="3">
                  <c:v>11.73934</c:v>
                </c:pt>
                <c:pt idx="4">
                  <c:v>6.580963</c:v>
                </c:pt>
                <c:pt idx="5">
                  <c:v>6.514874</c:v>
                </c:pt>
                <c:pt idx="6">
                  <c:v>5.195204</c:v>
                </c:pt>
                <c:pt idx="7">
                  <c:v>5.191581</c:v>
                </c:pt>
                <c:pt idx="8">
                  <c:v>3.938756</c:v>
                </c:pt>
                <c:pt idx="9">
                  <c:v>2.770629</c:v>
                </c:pt>
                <c:pt idx="10">
                  <c:v>2.714329</c:v>
                </c:pt>
                <c:pt idx="11">
                  <c:v>2.394729</c:v>
                </c:pt>
                <c:pt idx="12">
                  <c:v>1.929609</c:v>
                </c:pt>
                <c:pt idx="13">
                  <c:v>1.750253</c:v>
                </c:pt>
                <c:pt idx="14">
                  <c:v>1.652701</c:v>
                </c:pt>
                <c:pt idx="15">
                  <c:v>1.249776</c:v>
                </c:pt>
                <c:pt idx="16">
                  <c:v>0.925208</c:v>
                </c:pt>
                <c:pt idx="17">
                  <c:v>0.88301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090176"/>
        <c:axId val="55100160"/>
      </c:barChart>
      <c:catAx>
        <c:axId val="550901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5100160"/>
        <c:crosses val="autoZero"/>
        <c:auto val="1"/>
        <c:lblAlgn val="ctr"/>
        <c:lblOffset val="100"/>
        <c:noMultiLvlLbl val="0"/>
      </c:catAx>
      <c:valAx>
        <c:axId val="5510016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5090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3083660525521"/>
          <c:y val="0.849199288256228"/>
          <c:w val="0.357052250075506"/>
          <c:h val="0.13745551601423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f1fabe-f6c0-4d64-86a6-4398b4e57157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81485955904561"/>
          <c:y val="0.0693897637795276"/>
          <c:w val="0.943763213530655"/>
          <c:h val="0.512696850393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8月5G物联视联产品收入（万元）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海宁硖石</c:v>
                </c:pt>
                <c:pt idx="1">
                  <c:v>桐乡梧桐</c:v>
                </c:pt>
                <c:pt idx="2">
                  <c:v>平湖当湖</c:v>
                </c:pt>
                <c:pt idx="3">
                  <c:v>嘉禾南湖</c:v>
                </c:pt>
                <c:pt idx="4">
                  <c:v>嘉禾经开</c:v>
                </c:pt>
                <c:pt idx="5">
                  <c:v>海盐武原</c:v>
                </c:pt>
                <c:pt idx="6">
                  <c:v>嘉善罗星</c:v>
                </c:pt>
                <c:pt idx="7">
                  <c:v>嘉禾秀洲</c:v>
                </c:pt>
                <c:pt idx="8">
                  <c:v>桐乡濮院</c:v>
                </c:pt>
                <c:pt idx="9">
                  <c:v>海宁许村</c:v>
                </c:pt>
              </c:strCache>
            </c:strRef>
          </c:cat>
          <c:val>
            <c:numRef>
              <c:f>Sheet1!$B$2:$B$11</c:f>
              <c:numCache>
                <c:formatCode>_ * #,##0_ ;_ * \-#,##0_ ;_ * "-"??_ ;_ @_ </c:formatCode>
                <c:ptCount val="10"/>
                <c:pt idx="0">
                  <c:v>28.206448</c:v>
                </c:pt>
                <c:pt idx="1">
                  <c:v>25.66246</c:v>
                </c:pt>
                <c:pt idx="2">
                  <c:v>16.52221</c:v>
                </c:pt>
                <c:pt idx="3">
                  <c:v>15.632692</c:v>
                </c:pt>
                <c:pt idx="4">
                  <c:v>13.611343</c:v>
                </c:pt>
                <c:pt idx="5">
                  <c:v>9.806944</c:v>
                </c:pt>
                <c:pt idx="6">
                  <c:v>9.75732000000001</c:v>
                </c:pt>
                <c:pt idx="7">
                  <c:v>7.262126</c:v>
                </c:pt>
                <c:pt idx="8">
                  <c:v>6.38354</c:v>
                </c:pt>
                <c:pt idx="9">
                  <c:v>1.092425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070400"/>
        <c:axId val="153822336"/>
      </c:barChart>
      <c:catAx>
        <c:axId val="1540704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53822336"/>
        <c:crosses val="autoZero"/>
        <c:auto val="1"/>
        <c:lblAlgn val="ctr"/>
        <c:lblOffset val="100"/>
        <c:noMultiLvlLbl val="0"/>
      </c:catAx>
      <c:valAx>
        <c:axId val="153822336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5407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52461491996376"/>
          <c:y val="0.758858267716535"/>
          <c:w val="0.309815765629719"/>
          <c:h val="0.1683070866141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92b1a15-b071-4122-85fc-d3b82952f05f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798" cy="341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3588" y="0"/>
            <a:ext cx="4309798" cy="341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71483"/>
            <a:ext cx="4309798" cy="3418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3588" y="6471483"/>
            <a:ext cx="4309798" cy="3418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798" cy="3406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3588" y="0"/>
            <a:ext cx="4309798" cy="3406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A4257-EF42-4692-BFB9-D1CDB6F435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701925" y="511175"/>
            <a:ext cx="4541838" cy="2554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569" y="3236436"/>
            <a:ext cx="7956550" cy="3066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71690"/>
            <a:ext cx="4309798" cy="3406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3588" y="6471690"/>
            <a:ext cx="4309798" cy="3406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1F444-22C8-47E6-BDD1-50FEAA521D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优质本地生活导航需求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在面向互联网大厂营销移动产品时，可引入互联网产品，补齐大厂的本地触角，开展合作共赢。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通过引入互联网客户产品，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3" name="矩形 2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672751" y="6416276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690" b="60321"/>
          <a:stretch>
            <a:fillRect/>
          </a:stretch>
        </p:blipFill>
        <p:spPr>
          <a:xfrm>
            <a:off x="0" y="0"/>
            <a:ext cx="4426857" cy="36282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698" t="63676" r="-32" b="43"/>
          <a:stretch>
            <a:fillRect/>
          </a:stretch>
        </p:blipFill>
        <p:spPr>
          <a:xfrm>
            <a:off x="7518401" y="3540429"/>
            <a:ext cx="4673599" cy="3317571"/>
          </a:xfrm>
          <a:prstGeom prst="rect">
            <a:avLst/>
          </a:prstGeom>
        </p:spPr>
      </p:pic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517107" y="4886324"/>
            <a:ext cx="5157787" cy="4667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单击此处编辑日期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20" y="6609543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 userDrawn="1"/>
        </p:nvSpPr>
        <p:spPr bwMode="auto">
          <a:xfrm>
            <a:off x="11664963" y="6608775"/>
            <a:ext cx="527039" cy="276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24" tIns="45719" rIns="91424" bIns="45719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1219200"/>
            <a:fld id="{45FE5F3F-81DA-43CE-8182-548C8A7A20D5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logo 合集-0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74867" y="111761"/>
            <a:ext cx="1344507" cy="4157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030605" y="1988820"/>
            <a:ext cx="822960" cy="2179320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cxnSp>
        <p:nvCxnSpPr>
          <p:cNvPr id="21" name="直接连接符 20"/>
          <p:cNvCxnSpPr/>
          <p:nvPr userDrawn="1">
            <p:custDataLst>
              <p:tags r:id="rId7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672751" y="6416276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672751" y="6416276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00"/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0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chemeClr val="accent3">
              <a:alpha val="25000"/>
            </a:scheme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672751" y="6416276"/>
            <a:ext cx="285267" cy="278911"/>
          </a:xfrm>
          <a:prstGeom prst="teardrop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104509" tIns="52254" rIns="104509" bIns="52254"/>
          <a:lstStyle/>
          <a:p>
            <a:pPr algn="ctr">
              <a:defRPr/>
            </a:pPr>
            <a:fld id="{083AA7C1-1891-49BD-9179-A0E53E88FB77}" type="slidenum"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en-US" altLang="zh-CN" sz="865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3" name="矩形 2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DC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3" name="Rectangle 7"/>
          <p:cNvSpPr/>
          <p:nvPr userDrawn="1"/>
        </p:nvSpPr>
        <p:spPr bwMode="auto">
          <a:xfrm>
            <a:off x="11675640" y="6269855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800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en-US" altLang="zh-CN" sz="6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690" b="60321"/>
          <a:stretch>
            <a:fillRect/>
          </a:stretch>
        </p:blipFill>
        <p:spPr>
          <a:xfrm>
            <a:off x="0" y="0"/>
            <a:ext cx="4426857" cy="36282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698" t="63676" r="-32" b="43"/>
          <a:stretch>
            <a:fillRect/>
          </a:stretch>
        </p:blipFill>
        <p:spPr>
          <a:xfrm>
            <a:off x="7518401" y="3540429"/>
            <a:ext cx="4673599" cy="3317571"/>
          </a:xfrm>
          <a:prstGeom prst="rect">
            <a:avLst/>
          </a:prstGeom>
        </p:spPr>
      </p:pic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517107" y="4886324"/>
            <a:ext cx="5157787" cy="4667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单击此处编辑日期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00"/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10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微软雅黑" panose="020B0503020204020204" pitchFamily="34" charset="-122"/>
              <a:buNone/>
            </a:pPr>
            <a:endParaRPr 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微软雅黑" panose="020B0503020204020204" pitchFamily="34" charset="-122"/>
              <a:buNone/>
            </a:pPr>
            <a:endParaRPr 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672751" y="6416276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104509" tIns="52254" rIns="104509" bIns="52254"/>
          <a:lstStyle/>
          <a:p>
            <a:pPr algn="ctr">
              <a:defRPr/>
            </a:pPr>
            <a:fld id="{083AA7C1-1891-49BD-9179-A0E53E88FB77}" type="slidenum">
              <a: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99907" y="602827"/>
            <a:ext cx="10359813" cy="0"/>
          </a:xfrm>
          <a:prstGeom prst="line">
            <a:avLst/>
          </a:prstGeom>
          <a:ln w="19050">
            <a:gradFill>
              <a:gsLst>
                <a:gs pos="0">
                  <a:srgbClr val="1184CF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9825567" y="0"/>
            <a:ext cx="2366433" cy="747607"/>
            <a:chOff x="322377" y="128913"/>
            <a:chExt cx="3227035" cy="106797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" descr="ppt模板-0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1" name="TextBox 2"/>
          <p:cNvSpPr txBox="1"/>
          <p:nvPr userDrawn="1"/>
        </p:nvSpPr>
        <p:spPr>
          <a:xfrm>
            <a:off x="11280987" y="6490547"/>
            <a:ext cx="730673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fld id="{C844518E-C312-486E-9338-5CEB839569B9}" type="slidenum">
              <a:rPr lang="zh-CN" altLang="en-US" sz="1600" b="1">
                <a:solidFill>
                  <a:srgbClr val="FFA7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600" b="1" dirty="0">
              <a:solidFill>
                <a:srgbClr val="FFA7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2" name="矩形 3"/>
          <p:cNvSpPr/>
          <p:nvPr userDrawn="1"/>
        </p:nvSpPr>
        <p:spPr>
          <a:xfrm>
            <a:off x="0" y="0"/>
            <a:ext cx="12192000" cy="67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C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484" y="10219"/>
            <a:ext cx="1472295" cy="624000"/>
          </a:xfrm>
          <a:prstGeom prst="rect">
            <a:avLst/>
          </a:prstGeom>
        </p:spPr>
      </p:pic>
    </p:spTree>
  </p:cSld>
  <p:clrMapOvr>
    <a:masterClrMapping/>
  </p:clrMapOvr>
  <p:transition spd="slow"/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" y="336177"/>
            <a:ext cx="820271" cy="37651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矩形 2"/>
          <p:cNvSpPr/>
          <p:nvPr/>
        </p:nvSpPr>
        <p:spPr>
          <a:xfrm>
            <a:off x="820271" y="336177"/>
            <a:ext cx="1393540" cy="3765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pic>
        <p:nvPicPr>
          <p:cNvPr id="4" name="图片 3" descr="ppt模板-0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4" y="332658"/>
            <a:ext cx="1007999" cy="92034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59496" y="332656"/>
            <a:ext cx="360040" cy="792088"/>
          </a:xfrm>
          <a:prstGeom prst="rect">
            <a:avLst/>
          </a:prstGeom>
          <a:solidFill>
            <a:srgbClr val="0A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" name="直接连接符 5"/>
          <p:cNvCxnSpPr/>
          <p:nvPr/>
        </p:nvCxnSpPr>
        <p:spPr>
          <a:xfrm>
            <a:off x="1944936" y="332656"/>
            <a:ext cx="0" cy="792088"/>
          </a:xfrm>
          <a:prstGeom prst="line">
            <a:avLst/>
          </a:prstGeom>
          <a:ln w="28575">
            <a:solidFill>
              <a:srgbClr val="FF9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063554" y="332656"/>
            <a:ext cx="29522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精彩</a:t>
            </a:r>
            <a:r>
              <a:rPr lang="en-US" altLang="zh-CN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PPT</a:t>
            </a:r>
            <a:r>
              <a:rPr lang="zh-CN" altLang="en-US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案例集锦</a:t>
            </a:r>
            <a:endParaRPr lang="zh-CN" altLang="en-US" sz="1800" b="1" dirty="0">
              <a:solidFill>
                <a:schemeClr val="bg1"/>
              </a:solidFill>
              <a:latin typeface="★锐线体" panose="02000000000000000000" pitchFamily="2" charset="-122"/>
              <a:ea typeface="★锐线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63552" y="786192"/>
            <a:ext cx="2448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微信公众号：</a:t>
            </a:r>
            <a:r>
              <a:rPr lang="en-US" altLang="zh-CN" sz="12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pptdream</a:t>
            </a:r>
            <a:endParaRPr lang="zh-CN" altLang="en-US" sz="1200" dirty="0">
              <a:solidFill>
                <a:schemeClr val="bg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6381328"/>
            <a:ext cx="12192000" cy="47667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            QQ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463698326	  E-mail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solar3233@126.com	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联系电话：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186-0640-3233</a:t>
            </a:r>
            <a:endParaRPr lang="zh-CN" altLang="en-US" sz="1350" dirty="0">
              <a:latin typeface="★锐线体" panose="02000000000000000000" pitchFamily="2" charset="-122"/>
              <a:ea typeface="★锐线体" panose="02000000000000000000" pitchFamily="2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200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4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2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1" y="713674"/>
            <a:ext cx="4681655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3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1" y="2313873"/>
            <a:ext cx="4681655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9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103445" y="4437112"/>
            <a:ext cx="10363200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00000"/>
              </a:lnSpc>
              <a:defRPr sz="32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defRPr/>
            </a:pPr>
            <a:endParaRPr lang="zh-CN" altLang="en-US" sz="20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 descr="ppt模板-0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7072418-5600-4748-A9BD-355D835269F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49" y="197770"/>
            <a:ext cx="5280587" cy="4949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模板-0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tags" Target="../tags/tag2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8F7E2"/>
              </a:gs>
              <a:gs pos="100000">
                <a:srgbClr val="EAE6C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530" indent="-21463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qzmpj\Desktop\PPT-2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0" Type="http://schemas.openxmlformats.org/officeDocument/2006/relationships/notesSlide" Target="../notesSlides/notesSlide1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image" Target="../media/image17.png"/><Relationship Id="rId10" Type="http://schemas.openxmlformats.org/officeDocument/2006/relationships/tags" Target="../tags/tag21.xml"/><Relationship Id="rId1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35280" y="1531620"/>
            <a:ext cx="6085840" cy="150685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57"/>
          <p:cNvSpPr txBox="1"/>
          <p:nvPr/>
        </p:nvSpPr>
        <p:spPr>
          <a:xfrm>
            <a:off x="909955" y="1323975"/>
            <a:ext cx="5012690" cy="360045"/>
          </a:xfrm>
          <a:prstGeom prst="rect">
            <a:avLst/>
          </a:prstGeom>
          <a:solidFill>
            <a:prstClr val="white"/>
          </a:solidFill>
        </p:spPr>
        <p:txBody>
          <a:bodyPr wrap="square" anchor="t">
            <a:noAutofit/>
          </a:bodyPr>
          <a:lstStyle/>
          <a:p>
            <a:pPr indent="0" algn="ctr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全市物联视联产品收入增幅领先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9" name="图表 18"/>
          <p:cNvGraphicFramePr/>
          <p:nvPr/>
        </p:nvGraphicFramePr>
        <p:xfrm>
          <a:off x="7974330" y="4012565"/>
          <a:ext cx="3869055" cy="142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1" name="矩形 30"/>
          <p:cNvSpPr/>
          <p:nvPr/>
        </p:nvSpPr>
        <p:spPr>
          <a:xfrm>
            <a:off x="335280" y="3276600"/>
            <a:ext cx="11521440" cy="211645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9"/>
          <p:cNvSpPr txBox="1"/>
          <p:nvPr>
            <p:custDataLst>
              <p:tags r:id="rId7"/>
            </p:custDataLst>
          </p:nvPr>
        </p:nvSpPr>
        <p:spPr>
          <a:xfrm>
            <a:off x="294005" y="807085"/>
            <a:ext cx="11548745" cy="755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截至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月，全市物联视联产品收入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7011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万元，同比增长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17.6%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，增幅全省第五，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月当月新增收入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915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万元；区县方面，</a:t>
            </a: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海宁、嘉禾、平湖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当月新增收入较好，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战客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、海盐、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嘉善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当月新增收入不足。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57"/>
          <p:cNvSpPr txBox="1"/>
          <p:nvPr/>
        </p:nvSpPr>
        <p:spPr>
          <a:xfrm>
            <a:off x="487045" y="3079115"/>
            <a:ext cx="3495040" cy="288290"/>
          </a:xfrm>
          <a:prstGeom prst="rect">
            <a:avLst/>
          </a:prstGeom>
          <a:solidFill>
            <a:prstClr val="white"/>
          </a:solidFill>
        </p:spPr>
        <p:txBody>
          <a:bodyPr wrap="square" anchor="t">
            <a:noAutofit/>
          </a:bodyPr>
          <a:lstStyle/>
          <a:p>
            <a:pPr indent="0" algn="ctr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和对讲标品：海盐、平湖、战客发展少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15"/>
          <p:cNvSpPr txBox="1"/>
          <p:nvPr/>
        </p:nvSpPr>
        <p:spPr>
          <a:xfrm>
            <a:off x="8407400" y="3060700"/>
            <a:ext cx="3234690" cy="287655"/>
          </a:xfrm>
          <a:prstGeom prst="rect">
            <a:avLst/>
          </a:prstGeom>
          <a:solidFill>
            <a:prstClr val="white"/>
          </a:solidFill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  <a:buClr>
                <a:srgbClr val="000000"/>
              </a:buClr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一次性产品：嘉善不足百万，降幅最大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35280" y="225425"/>
            <a:ext cx="10129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buClrTx/>
              <a:buSzTx/>
              <a:buFontTx/>
            </a:pPr>
            <a:r>
              <a:rPr lang="zh-CN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二、</a:t>
            </a:r>
            <a:r>
              <a:rPr lang="zh-CN" altLang="en-US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产品市场</a:t>
            </a:r>
            <a:r>
              <a:rPr lang="zh-CN" altLang="en-US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|物联视联</a:t>
            </a:r>
            <a:endParaRPr lang="zh-CN" altLang="en-US" sz="2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48755" y="1535430"/>
            <a:ext cx="5294630" cy="150304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57"/>
          <p:cNvSpPr txBox="1"/>
          <p:nvPr/>
        </p:nvSpPr>
        <p:spPr>
          <a:xfrm>
            <a:off x="6851333" y="1323975"/>
            <a:ext cx="4829810" cy="360045"/>
          </a:xfrm>
          <a:prstGeom prst="rect">
            <a:avLst/>
          </a:prstGeom>
          <a:solidFill>
            <a:prstClr val="white"/>
          </a:solidFill>
        </p:spPr>
        <p:txBody>
          <a:bodyPr wrap="square" anchor="t">
            <a:noAutofit/>
          </a:bodyPr>
          <a:lstStyle/>
          <a:p>
            <a:pPr algn="ctr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区县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月增收放缓，战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客、海盐、嘉善收入不足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335280" y="1633855"/>
          <a:ext cx="6076950" cy="1444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336550" y="4012565"/>
          <a:ext cx="3645535" cy="1359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文本框 15"/>
          <p:cNvSpPr txBox="1"/>
          <p:nvPr/>
        </p:nvSpPr>
        <p:spPr>
          <a:xfrm>
            <a:off x="4439920" y="3060700"/>
            <a:ext cx="3495040" cy="288290"/>
          </a:xfrm>
          <a:prstGeom prst="rect">
            <a:avLst/>
          </a:prstGeom>
          <a:solidFill>
            <a:prstClr val="white"/>
          </a:solidFill>
        </p:spPr>
        <p:txBody>
          <a:bodyPr wrap="square" anchor="t">
            <a:noAutofit/>
          </a:bodyPr>
          <a:p>
            <a:pPr indent="0" algn="ctr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千里眼标品：海盐、海宁发展少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7" name="图表 6"/>
          <p:cNvGraphicFramePr/>
          <p:nvPr/>
        </p:nvGraphicFramePr>
        <p:xfrm>
          <a:off x="4114165" y="4012565"/>
          <a:ext cx="3957955" cy="1276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9415" y="3390265"/>
            <a:ext cx="3883660" cy="620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8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月聚焦警务通与和对讲终端两类业务，摸排警务通工作机商机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925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户，专用终端商机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1100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户。</a:t>
            </a:r>
            <a:endParaRPr lang="zh-CN" altLang="en-US" sz="120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06715" y="3390265"/>
            <a:ext cx="3796030" cy="632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8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月对接整理集证通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快签、高德旺铺、泛娱乐场所监管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三项方案，并开展高德旺铺产品全市培训推广。</a:t>
            </a:r>
            <a:endParaRPr lang="zh-CN" altLang="en-US" sz="120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442460" y="3390265"/>
            <a:ext cx="3413125" cy="6229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p>
            <a:pPr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加快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AI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商机挖掘，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8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月挖掘商机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个，项目落地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2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个，配合医保药店专网成本测算与试点。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6568440" y="1648460"/>
          <a:ext cx="5234940" cy="138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9" name="矩形 58"/>
          <p:cNvSpPr/>
          <p:nvPr/>
        </p:nvSpPr>
        <p:spPr>
          <a:xfrm>
            <a:off x="1051560" y="5501005"/>
            <a:ext cx="10812780" cy="1233170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55370" y="5524500"/>
            <a:ext cx="10716895" cy="11684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物联网：本地工业企业开拓模组商机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。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已联系上研院提供嘉兴压缩机企业</a:t>
            </a:r>
            <a:r>
              <a:rPr lang="en-US" altLang="zh-CN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11</a:t>
            </a:r>
            <a:r>
              <a:rPr lang="zh-CN" altLang="en-US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家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，光伏企业</a:t>
            </a:r>
            <a:r>
              <a:rPr lang="en-US" altLang="zh-CN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6</a:t>
            </a:r>
            <a:r>
              <a:rPr lang="zh-CN" altLang="en-US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家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，水泵企业</a:t>
            </a:r>
            <a:r>
              <a:rPr lang="en-US" altLang="zh-CN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26</a:t>
            </a:r>
            <a:r>
              <a:rPr lang="zh-CN" altLang="en-US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家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，作为本地工业模组的重点单位，请分公司与客户预约，市公司邀请上研院</a:t>
            </a:r>
            <a:r>
              <a:rPr lang="zh-CN" altLang="en-US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全量走访支撑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。</a:t>
            </a:r>
            <a:endParaRPr lang="zh-CN" altLang="en-US" sz="140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  <a:sym typeface="+mn-ea"/>
            </a:endParaRPr>
          </a:p>
          <a:p>
            <a:pPr indent="0" algn="l" fontAlgn="auto">
              <a:lnSpc>
                <a:spcPct val="125000"/>
              </a:lnSpc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视联网：紧抓政策要求加快视联网发展。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响应政府要求重点开展阳光厨房</a:t>
            </a:r>
            <a:r>
              <a:rPr lang="zh-CN" altLang="en-US" sz="1400" dirty="0">
                <a:ln>
                  <a:noFill/>
                </a:ln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在线率提升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，配套做好新开店铺、未安装店铺的产品营销及存量产品续签。</a:t>
            </a:r>
            <a:r>
              <a:rPr lang="zh-CN" altLang="en-US" sz="140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深挖客户AI需求，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持续做好AI商机跟踪转化，做好案例总结加速规模化推广。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7810" y="5490845"/>
            <a:ext cx="647065" cy="12592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近期重点工作</a:t>
            </a:r>
            <a:endParaRPr lang="zh-CN" altLang="en-US" sz="14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35280" y="225425"/>
            <a:ext cx="10129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buClrTx/>
              <a:buSzTx/>
              <a:buFontTx/>
            </a:pPr>
            <a:r>
              <a:rPr lang="zh-CN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二、</a:t>
            </a:r>
            <a:r>
              <a:rPr lang="zh-CN" altLang="en-US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产品市场</a:t>
            </a:r>
            <a:r>
              <a:rPr lang="zh-CN" altLang="en-US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|高德旺铺</a:t>
            </a:r>
            <a:endParaRPr lang="zh-CN" altLang="en-US" sz="2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25451" y="765811"/>
            <a:ext cx="1138491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       </a:t>
            </a:r>
            <a:r>
              <a:rPr lang="zh-CN" altLang="en-US" sz="1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高德旺铺是近期引入的新产品，是在现有产品体系外开拓业务新通道的一次探索。政企已结合产品特性设计了</a:t>
            </a:r>
            <a:r>
              <a:rPr lang="en-US" altLang="zh-CN" sz="1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BC</a:t>
            </a:r>
            <a:r>
              <a:rPr lang="zh-CN" altLang="en-US" sz="1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融合营销套餐，请分公司面向沿街店铺（特别是非餐饮行业新开店铺）开展重点营销破零和复制推广；厂家已提供首批点位清单，请用好清单带动自有木本产品发展。</a:t>
            </a:r>
            <a:endParaRPr lang="zh-CN" altLang="en-US" sz="1400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75" name="圆角矩形 74"/>
          <p:cNvSpPr/>
          <p:nvPr>
            <p:custDataLst>
              <p:tags r:id="rId3"/>
            </p:custDataLst>
          </p:nvPr>
        </p:nvSpPr>
        <p:spPr>
          <a:xfrm>
            <a:off x="6167755" y="1700530"/>
            <a:ext cx="5464175" cy="4794885"/>
          </a:xfrm>
          <a:prstGeom prst="roundRect">
            <a:avLst>
              <a:gd name="adj" fmla="val 2634"/>
            </a:avLst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 algn="ctr"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347585" y="1494155"/>
            <a:ext cx="3394075" cy="306705"/>
          </a:xfrm>
          <a:prstGeom prst="rect">
            <a:avLst/>
          </a:prstGeom>
          <a:solidFill>
            <a:srgbClr val="1184CF"/>
          </a:solidFill>
        </p:spPr>
        <p:txBody>
          <a:bodyPr wrap="square" rtlCol="0">
            <a:spAutoFit/>
          </a:bodyPr>
          <a:p>
            <a:pPr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充分挖掘旺铺产品价值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479425" y="1700807"/>
            <a:ext cx="5464175" cy="4872077"/>
          </a:xfrm>
          <a:prstGeom prst="roundRect">
            <a:avLst>
              <a:gd name="adj" fmla="val 2634"/>
            </a:avLst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 algn="ctr"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14474" y="1538119"/>
            <a:ext cx="3394075" cy="306705"/>
          </a:xfrm>
          <a:prstGeom prst="rect">
            <a:avLst/>
          </a:prstGeom>
          <a:solidFill>
            <a:srgbClr val="1184CF"/>
          </a:solidFill>
        </p:spPr>
        <p:txBody>
          <a:bodyPr wrap="square" rtlCol="0">
            <a:spAutoFit/>
          </a:bodyPr>
          <a:p>
            <a:pPr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高德旺铺产品介绍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76645" y="1864995"/>
            <a:ext cx="3639185" cy="358775"/>
          </a:xfrm>
          <a:prstGeom prst="rect">
            <a:avLst/>
          </a:prstGeom>
        </p:spPr>
        <p:txBody>
          <a:bodyPr wrap="square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以旺铺为支点，开展产品融合营销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9425" y="1802130"/>
            <a:ext cx="2906395" cy="358775"/>
          </a:xfrm>
          <a:prstGeom prst="rect">
            <a:avLst/>
          </a:prstGeom>
        </p:spPr>
        <p:txBody>
          <a:bodyPr wrap="square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产品介绍及优势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9425" y="3327400"/>
            <a:ext cx="2647950" cy="358775"/>
          </a:xfrm>
          <a:prstGeom prst="rect">
            <a:avLst/>
          </a:prstGeom>
        </p:spPr>
        <p:txBody>
          <a:bodyPr wrap="square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营销行业分析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77280" y="3215005"/>
            <a:ext cx="3347085" cy="358775"/>
          </a:xfrm>
          <a:prstGeom prst="rect">
            <a:avLst/>
          </a:prstGeom>
        </p:spPr>
        <p:txBody>
          <a:bodyPr wrap="square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用好点位清单，带动自有产品发展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76645" y="2110105"/>
            <a:ext cx="545465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以旺铺为切入点扩大客户需求，通过融合营销提升产品收入和粘性。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68095" y="2767330"/>
            <a:ext cx="1438910" cy="487680"/>
          </a:xfrm>
          <a:prstGeom prst="rect">
            <a:avLst/>
          </a:prstGeom>
          <a:solidFill>
            <a:srgbClr val="BCD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庞大用户群</a:t>
            </a:r>
            <a:endParaRPr 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用户群体为美团的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16225" y="2767330"/>
            <a:ext cx="1438910" cy="487680"/>
          </a:xfrm>
          <a:prstGeom prst="rect">
            <a:avLst/>
          </a:prstGeom>
          <a:solidFill>
            <a:srgbClr val="BCD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零抽佣</a:t>
            </a:r>
            <a:endParaRPr 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客户上架团购无抽佣</a:t>
            </a:r>
            <a:endParaRPr 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64355" y="2767330"/>
            <a:ext cx="1506855" cy="487680"/>
          </a:xfrm>
          <a:prstGeom prst="rect">
            <a:avLst/>
          </a:prstGeom>
          <a:solidFill>
            <a:srgbClr val="BCD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涵盖全品类店铺</a:t>
            </a:r>
            <a:endParaRPr 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非餐饮行业被搜索率高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53085" y="2767330"/>
            <a:ext cx="605790" cy="487680"/>
          </a:xfrm>
          <a:prstGeom prst="rect">
            <a:avLst/>
          </a:prstGeom>
          <a:solidFill>
            <a:srgbClr val="B6C7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产品优势</a:t>
            </a:r>
            <a:endParaRPr 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79425" y="2012315"/>
            <a:ext cx="545465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高德旺铺是高德地图面向本地生活类商家推出的付费营销产品，可帮助商家提升线上曝光度、吸引目标客户并促进到店消费。办理旺铺业务，客户将获得搜索靠前、优先推荐、店铺宣传、经营参谋等增值服务。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79425" y="3572510"/>
            <a:ext cx="545465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7940" fontAlgn="auto">
              <a:lnSpc>
                <a:spcPct val="13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本地生活类应用以美团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饿了么为主，且以餐饮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外卖为主要行业，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非餐饮领域仍有大量市场等待挖掘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，市场需求较广阔。根据高德提供的已办理的客户分析，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TOP10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行业比例达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61%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TOP10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行业包括维修站点、建材、回收服务、家电数码、广告设计、花卉、眼镜店、图文、按摩、公司。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rcRect l="13410" t="23719" r="17322" b="16992"/>
          <a:stretch>
            <a:fillRect/>
          </a:stretch>
        </p:blipFill>
        <p:spPr>
          <a:xfrm>
            <a:off x="567690" y="4601210"/>
            <a:ext cx="5293995" cy="192786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6167755" y="4877435"/>
            <a:ext cx="545465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互联网企业销售渠道多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布局在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线上，本地化营销能力普遍存在明显不足。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在面向互联网大厂营销移动产品时，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可挖掘引入并代销互联网企业的产品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，补齐客户的本地触角，实现合作共赢。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167755" y="4626610"/>
            <a:ext cx="3395980" cy="358775"/>
          </a:xfrm>
          <a:prstGeom prst="rect">
            <a:avLst/>
          </a:prstGeom>
        </p:spPr>
        <p:txBody>
          <a:bodyPr wrap="square">
            <a:no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引入更多产品，业务拓展合作共赢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6600190" y="5758815"/>
            <a:ext cx="1368425" cy="642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9840595" y="5743575"/>
            <a:ext cx="1368425" cy="6578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移动公司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8025765" y="5985510"/>
            <a:ext cx="174307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8006715" y="6165215"/>
            <a:ext cx="1743075" cy="127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7733665" y="6141720"/>
            <a:ext cx="245364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30000"/>
              </a:lnSpc>
            </a:pP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推荐云、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IDC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等产品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714615" y="5656580"/>
            <a:ext cx="245364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30000"/>
              </a:lnSpc>
            </a:pP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引入并代销客户产品</a:t>
            </a:r>
            <a:endParaRPr 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177280" y="3453130"/>
            <a:ext cx="545465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高德已提供首批潜在旺铺需求详单，详单包括新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、新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Leads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、掘金计划、高频搜索等标签，请用好清单带动自有木本产品发展。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177280" y="4070350"/>
            <a:ext cx="5445125" cy="483870"/>
          </a:xfrm>
          <a:prstGeom prst="rect">
            <a:avLst/>
          </a:prstGeom>
          <a:noFill/>
          <a:ln>
            <a:solidFill>
              <a:srgbClr val="88DB29"/>
            </a:solidFill>
            <a:prstDash val="sysDash"/>
          </a:ln>
        </p:spPr>
        <p:txBody>
          <a:bodyPr wrap="square" rtlCol="0" anchor="t">
            <a:noAutofit/>
          </a:bodyPr>
          <a:p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例：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POI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指地图上近期新增点位，点位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新增很有可能是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新单位入驻，直销经理可直接现场对接客户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排摸企业宽带、阳光厨房、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FTTO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CHB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等产品需求。</a:t>
            </a:r>
            <a:endParaRPr lang="zh-CN" altLang="en-US" sz="1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167755" y="2453005"/>
            <a:ext cx="5445125" cy="728980"/>
          </a:xfrm>
          <a:prstGeom prst="rect">
            <a:avLst/>
          </a:prstGeom>
          <a:noFill/>
          <a:ln>
            <a:solidFill>
              <a:srgbClr val="88DB29"/>
            </a:solidFill>
            <a:prstDash val="sysDash"/>
          </a:ln>
        </p:spPr>
        <p:txBody>
          <a:bodyPr wrap="square" rtlCol="0" anchor="t">
            <a:noAutofit/>
          </a:bodyPr>
          <a:p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例：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新开店铺有宽带安装需求，也有亟需引流的诉求，办理企业宽带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高德旺铺的融套产品，可提高产品营销成功率。政企收入从原有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250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户的裸宽收入，升级成为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1080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户的融合产品收入，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收入提升明显。</a:t>
            </a:r>
            <a:endParaRPr lang="zh-CN" altLang="en-US" sz="1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375285" y="757768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346710" y="805428"/>
            <a:ext cx="11358880" cy="66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截至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，全市5G专网收入8058万元，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完成率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87%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，全省第四，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8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月当月新增1161万元；区县层面，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海宁、战客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收入落后时间进度。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预估全年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专网收入仍有缺口，请重点围绕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项目融</a:t>
            </a:r>
            <a:r>
              <a:rPr lang="en-US" altLang="zh-CN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和大颗粒产品（覆盖专网）双通道开展增收攻坚冲刺。</a:t>
            </a:r>
            <a:endParaRPr lang="zh-CN" altLang="en-US" sz="1400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35280" y="225425"/>
            <a:ext cx="10129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buClrTx/>
              <a:buSzTx/>
              <a:buFontTx/>
            </a:pPr>
            <a:r>
              <a:rPr 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二、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产品市场</a:t>
            </a:r>
            <a:r>
              <a:rPr lang="zh-CN" altLang="en-US" sz="24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|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5G</a:t>
            </a:r>
            <a:endParaRPr lang="zh-CN" altLang="en-US" sz="2400" b="1" dirty="0">
              <a:solidFill>
                <a:srgbClr val="1184C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27" name="图表 26"/>
          <p:cNvGraphicFramePr/>
          <p:nvPr/>
        </p:nvGraphicFramePr>
        <p:xfrm>
          <a:off x="258445" y="1793875"/>
          <a:ext cx="6086475" cy="1169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" name="图表 28"/>
          <p:cNvGraphicFramePr/>
          <p:nvPr/>
        </p:nvGraphicFramePr>
        <p:xfrm>
          <a:off x="6388100" y="1814830"/>
          <a:ext cx="5320665" cy="1246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9" name="矩形 58"/>
          <p:cNvSpPr/>
          <p:nvPr/>
        </p:nvSpPr>
        <p:spPr>
          <a:xfrm>
            <a:off x="1051560" y="5822315"/>
            <a:ext cx="10812780" cy="900430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080" y="1597660"/>
            <a:ext cx="6085840" cy="141033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51600" y="1590040"/>
            <a:ext cx="5372100" cy="140525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1935" y="3265170"/>
            <a:ext cx="11578590" cy="2364105"/>
          </a:xfrm>
          <a:prstGeom prst="rect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 lang="zh-CN" altLang="en-US" sz="260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64540" y="3021330"/>
            <a:ext cx="2698750" cy="357505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noAutofit/>
          </a:bodyPr>
          <a:lstStyle/>
          <a:p>
            <a:pPr algn="ctr" fontAlgn="auto">
              <a:lnSpc>
                <a:spcPct val="150000"/>
              </a:lnSpc>
              <a:buClr>
                <a:srgbClr val="000000"/>
              </a:buClr>
              <a:buSzTx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覆盖专网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增收明显</a:t>
            </a:r>
            <a:endParaRPr 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19820" y="3021330"/>
            <a:ext cx="2698750" cy="357505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noAutofit/>
          </a:bodyPr>
          <a:lstStyle/>
          <a:p>
            <a:pPr algn="ctr" fontAlgn="auto">
              <a:lnSpc>
                <a:spcPct val="150000"/>
              </a:lnSpc>
              <a:buClr>
                <a:srgbClr val="000000"/>
              </a:buClr>
              <a:buSzTx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专网商机储备不足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46810" y="1467485"/>
            <a:ext cx="4315460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全市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专网收入领先时间进度，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全年预估仍有缺口</a:t>
            </a:r>
            <a:endParaRPr 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89470" y="1467485"/>
            <a:ext cx="4023360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个生产单元收入落后时间进度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27125" y="5883910"/>
            <a:ext cx="609727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开展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无源物联试点：</a:t>
            </a:r>
            <a:r>
              <a:rPr lang="zh-CN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近期有</a:t>
            </a:r>
            <a:r>
              <a:rPr lang="en-US" altLang="zh-CN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5G-A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无源物联试点站可以申请试用，请各区县围绕重点场景开展需求排摸、对接、试用，争取打造</a:t>
            </a:r>
            <a:r>
              <a:rPr lang="en-US" altLang="zh-CN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</a:t>
            </a:r>
            <a:r>
              <a:rPr lang="zh-CN" altLang="en-US" sz="14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无源物联标杆。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7949565" y="4043680"/>
          <a:ext cx="3992245" cy="1007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/>
          <p:cNvSpPr/>
          <p:nvPr/>
        </p:nvSpPr>
        <p:spPr>
          <a:xfrm>
            <a:off x="257810" y="5812155"/>
            <a:ext cx="647065" cy="9004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近期重点工作</a:t>
            </a:r>
            <a:endParaRPr lang="zh-CN" altLang="en-US" sz="14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79665" y="5883910"/>
            <a:ext cx="1743710" cy="736600"/>
          </a:xfrm>
          <a:prstGeom prst="rect">
            <a:avLst/>
          </a:prstGeom>
          <a:solidFill>
            <a:srgbClr val="BCD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仓储管理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全仓物资一键盘点，实时定位查找，盘活实物资源。</a:t>
            </a:r>
            <a:endParaRPr 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38640" y="5877560"/>
            <a:ext cx="2221230" cy="736600"/>
          </a:xfrm>
          <a:prstGeom prst="rect">
            <a:avLst/>
          </a:prstGeom>
          <a:solidFill>
            <a:srgbClr val="BCD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厂区人员管理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米级人员实时定位，降低人员安全风险；定位可视化及实时查找；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35915" y="3347720"/>
            <a:ext cx="3745230" cy="975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     </a:t>
            </a:r>
            <a:r>
              <a:rPr kumimoji="0" 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覆盖专网是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零成本的高效益木本收入，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8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月落实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网络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联动考核、明确收入归口、考核激励加分等工作，覆盖产品增收明显，全市累计收入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112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万元，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嘉禾、平湖、战客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尚未破零。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5"/>
            </p:custDataLst>
          </p:nvPr>
        </p:nvGraphicFramePr>
        <p:xfrm>
          <a:off x="346710" y="4343400"/>
          <a:ext cx="3606800" cy="663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070"/>
                <a:gridCol w="407670"/>
                <a:gridCol w="403225"/>
                <a:gridCol w="432435"/>
                <a:gridCol w="433705"/>
                <a:gridCol w="404495"/>
                <a:gridCol w="396240"/>
                <a:gridCol w="441960"/>
              </a:tblGrid>
              <a:tr h="213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区县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嘉禾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嘉善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平湖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海盐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海宁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桐乡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战客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236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签约数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213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签约金额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8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92100" y="5070475"/>
            <a:ext cx="400431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针对新区覆盖的</a:t>
            </a:r>
            <a:r>
              <a:rPr lang="en-US" altLang="zh-CN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415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个点位，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请各区县持续联动网络，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全量走访业务单位，跟进基建落成时间、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了解覆盖需求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。</a:t>
            </a:r>
            <a:endParaRPr lang="zh-CN" altLang="en-US" sz="1200" b="1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  <a:sym typeface="+mn-ea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6"/>
            </p:custDataLst>
          </p:nvPr>
        </p:nvGraphicFramePr>
        <p:xfrm>
          <a:off x="4295775" y="4343400"/>
          <a:ext cx="3537585" cy="663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255"/>
                <a:gridCol w="461010"/>
                <a:gridCol w="451485"/>
                <a:gridCol w="432435"/>
                <a:gridCol w="433705"/>
                <a:gridCol w="404495"/>
                <a:gridCol w="396240"/>
                <a:gridCol w="441960"/>
              </a:tblGrid>
              <a:tr h="213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区县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嘉禾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嘉善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平湖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海盐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海宁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桐乡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战客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236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项目数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213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金额</a:t>
                      </a:r>
                      <a:endParaRPr lang="zh-CN" altLang="en-US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442</a:t>
                      </a:r>
                      <a:endParaRPr lang="en-US" altLang="zh-CN" sz="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742180" y="3021330"/>
            <a:ext cx="2698750" cy="357505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noAutofit/>
          </a:bodyPr>
          <a:p>
            <a:pPr algn="ctr" fontAlgn="auto">
              <a:lnSpc>
                <a:spcPct val="150000"/>
              </a:lnSpc>
              <a:buClr>
                <a:srgbClr val="000000"/>
              </a:buClr>
              <a:buSzTx/>
            </a:pPr>
            <a:r>
              <a:rPr 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待转收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项目储备不足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4295775" y="3376930"/>
            <a:ext cx="3582670" cy="975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根据三抓表分析，全市待转收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</a:t>
            </a:r>
            <a:r>
              <a:rPr kumimoji="0" 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项目剩余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7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个（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收入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742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万元），预估全市全年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专网收入仍有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600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万元缺口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，其中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嘉善、海盐、海宁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无项目收入储备。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95775" y="5070475"/>
            <a:ext cx="3581400" cy="535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请存在缺口区县通过自有项目融</a:t>
            </a:r>
            <a:r>
              <a:rPr lang="en-US" altLang="zh-CN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、对接铁通双计收入的方式以尽快补齐缺口。</a:t>
            </a:r>
            <a:endParaRPr lang="zh-CN" altLang="en-US" sz="1200" b="1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42300" y="5070475"/>
            <a:ext cx="3581400" cy="535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请联动项目工业条线开展</a:t>
            </a:r>
            <a:r>
              <a:rPr lang="en-US" altLang="zh-CN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入驻式专网商机排摸和对接，结合行业打造</a:t>
            </a:r>
            <a:r>
              <a:rPr lang="en-US" altLang="zh-CN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5G</a:t>
            </a:r>
            <a:r>
              <a:rPr lang="zh-CN" altLang="en-US" sz="1200" b="1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  <a:sym typeface="+mn-ea"/>
              </a:rPr>
              <a:t>标杆案例。</a:t>
            </a:r>
            <a:endParaRPr lang="zh-CN" altLang="en-US" sz="1200" b="1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  <a:sym typeface="+mn-ea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8131175" y="3367405"/>
            <a:ext cx="3672205" cy="755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8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月重点对接嘉禾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**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特钢、平湖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*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化、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**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泵阀三个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专网需求，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2025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年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专网项目尚未突破，其中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嘉善、海宁、桐乡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无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5G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专网商机储备。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35280" y="225425"/>
            <a:ext cx="10129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buClrTx/>
              <a:buSzTx/>
              <a:buFontTx/>
            </a:pPr>
            <a:r>
              <a:rPr 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附：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网格</a:t>
            </a:r>
            <a:r>
              <a:rPr lang="en-US" alt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|</a:t>
            </a:r>
            <a:r>
              <a:rPr 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转型等效</a:t>
            </a:r>
            <a:r>
              <a:rPr lang="en-US" alt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-5G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物联视联部分</a:t>
            </a:r>
            <a:endParaRPr lang="zh-CN" altLang="en-US" sz="2400" b="1" dirty="0">
              <a:solidFill>
                <a:srgbClr val="1184C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51384" y="1718975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551384" y="3232309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551384" y="4782800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/>
          <p:nvPr>
            <p:custDataLst>
              <p:tags r:id="rId8"/>
            </p:custDataLst>
          </p:nvPr>
        </p:nvSpPr>
        <p:spPr>
          <a:xfrm>
            <a:off x="749840" y="1637746"/>
            <a:ext cx="10608945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月当月，一类网格中有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个网格新增转型用户数未破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户，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嘉善罗星（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双域专网） 、嘉禾秀洲（和对讲）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海盐武原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落后较多；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1"/>
          <p:cNvSpPr/>
          <p:nvPr>
            <p:custDataLst>
              <p:tags r:id="rId9"/>
            </p:custDataLst>
          </p:nvPr>
        </p:nvSpPr>
        <p:spPr>
          <a:xfrm>
            <a:off x="1055370" y="2996952"/>
            <a:ext cx="10801269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月当月，二类网格中有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个网格新增转型用户未破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户，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平湖乍浦（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 BAF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专网）、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海宁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盐官（卡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模组）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嘉禾大桥、桐乡乌镇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等网格落后；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1"/>
          <p:cNvSpPr/>
          <p:nvPr>
            <p:custDataLst>
              <p:tags r:id="rId10"/>
            </p:custDataLst>
          </p:nvPr>
        </p:nvSpPr>
        <p:spPr>
          <a:xfrm>
            <a:off x="1151849" y="4427359"/>
            <a:ext cx="10608310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月当月，三类网格中有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个网格新增转型用户未破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户，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嘉善姚庄（和对讲）、海盐百步（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5G BAF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专网）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海盐秦山、嘉禾新丰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网格未破零；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文本框 11"/>
          <p:cNvSpPr/>
          <p:nvPr/>
        </p:nvSpPr>
        <p:spPr>
          <a:xfrm>
            <a:off x="216535" y="817245"/>
            <a:ext cx="11285220" cy="749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转型等效用户（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物联视联部分）：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</a:t>
            </a: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平湖乍浦、嘉善罗星</a:t>
            </a: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、嘉禾秀洲、海宁盐官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转型等效绝对量领先；一类网格中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个网格当月等效不足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0户；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二类网格中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个网格当月等效不足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0户；三类网格中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个网格当月未破零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（嘉禾新丰、海盐秦山）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11"/>
          <p:cNvSpPr/>
          <p:nvPr/>
        </p:nvSpPr>
        <p:spPr>
          <a:xfrm>
            <a:off x="8174355" y="5843905"/>
            <a:ext cx="2860675" cy="791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fontAlgn="auto">
              <a:lnSpc>
                <a:spcPct val="13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平湖乍浦网格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快线业务拓展</a:t>
            </a:r>
            <a:endParaRPr lang="zh-CN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0000"/>
              </a:lnSpc>
            </a:pP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继续扩大</a:t>
            </a:r>
            <a:r>
              <a:rPr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快线应用场景，落地工业级</a:t>
            </a:r>
            <a:r>
              <a:rPr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快线</a:t>
            </a:r>
            <a:r>
              <a:rPr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</a:t>
            </a: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台（</a:t>
            </a:r>
            <a:r>
              <a:rPr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2500</a:t>
            </a: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台），设备部署在海上风力发电塔的维护船。</a:t>
            </a:r>
            <a:endParaRPr lang="zh-CN" altLang="en-US" sz="1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5" name="图片 24" descr="大拇指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742238" y="5843905"/>
            <a:ext cx="332740" cy="332740"/>
          </a:xfrm>
          <a:prstGeom prst="rect">
            <a:avLst/>
          </a:prstGeom>
        </p:spPr>
      </p:pic>
      <p:graphicFrame>
        <p:nvGraphicFramePr>
          <p:cNvPr id="3" name="图表 2"/>
          <p:cNvGraphicFramePr/>
          <p:nvPr/>
        </p:nvGraphicFramePr>
        <p:xfrm>
          <a:off x="1271464" y="2017698"/>
          <a:ext cx="10110911" cy="979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7445374" y="2079238"/>
            <a:ext cx="3937001" cy="721197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1369060" y="3297156"/>
          <a:ext cx="9955416" cy="1073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6240015" y="3354071"/>
            <a:ext cx="5142359" cy="760868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1271464" y="4782800"/>
          <a:ext cx="10053012" cy="1074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5735960" y="4869161"/>
            <a:ext cx="5646415" cy="792088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文本框 11"/>
          <p:cNvSpPr/>
          <p:nvPr/>
        </p:nvSpPr>
        <p:spPr>
          <a:xfrm>
            <a:off x="4988238" y="5868253"/>
            <a:ext cx="2376264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indent="0" fontAlgn="auto">
              <a:lnSpc>
                <a:spcPct val="13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卡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模组拓展：海宁盐官网格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签约海宁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科技有限公司</a:t>
            </a:r>
            <a:r>
              <a:rPr 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万套卡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模组业务，应用场景为智能开关。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 descr="大拇指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628198" y="5939502"/>
            <a:ext cx="332740" cy="332740"/>
          </a:xfrm>
          <a:prstGeom prst="rect">
            <a:avLst/>
          </a:prstGeom>
        </p:spPr>
      </p:pic>
      <p:sp>
        <p:nvSpPr>
          <p:cNvPr id="11" name="文本框 11"/>
          <p:cNvSpPr/>
          <p:nvPr/>
        </p:nvSpPr>
        <p:spPr>
          <a:xfrm>
            <a:off x="1847528" y="5848950"/>
            <a:ext cx="216024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indent="0" fontAlgn="auto">
              <a:lnSpc>
                <a:spcPct val="13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梧桐网格和对讲工作机突破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签约</a:t>
            </a:r>
            <a:r>
              <a:rPr 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街道办事处和对讲专用终端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59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台，用于行政执法人员调度管理。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8" name="图片 17" descr="大拇指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487488" y="5848950"/>
            <a:ext cx="332740" cy="332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表 7"/>
          <p:cNvGraphicFramePr/>
          <p:nvPr>
            <p:custDataLst>
              <p:tags r:id="rId4"/>
            </p:custDataLst>
          </p:nvPr>
        </p:nvGraphicFramePr>
        <p:xfrm>
          <a:off x="1055370" y="5306695"/>
          <a:ext cx="10553065" cy="128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图表 6"/>
          <p:cNvGraphicFramePr/>
          <p:nvPr>
            <p:custDataLst>
              <p:tags r:id="rId5"/>
            </p:custDataLst>
          </p:nvPr>
        </p:nvGraphicFramePr>
        <p:xfrm>
          <a:off x="1055370" y="3479676"/>
          <a:ext cx="10512425" cy="1437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图表 17"/>
          <p:cNvGraphicFramePr/>
          <p:nvPr>
            <p:custDataLst>
              <p:tags r:id="rId6"/>
            </p:custDataLst>
          </p:nvPr>
        </p:nvGraphicFramePr>
        <p:xfrm>
          <a:off x="1055370" y="1858541"/>
          <a:ext cx="10512425" cy="129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35280" y="225425"/>
            <a:ext cx="10129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buClrTx/>
              <a:buSzTx/>
              <a:buFontTx/>
            </a:pPr>
            <a:r>
              <a:rPr 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附：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网格</a:t>
            </a:r>
            <a:r>
              <a:rPr lang="en-US" altLang="zh-CN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|5G</a:t>
            </a:r>
            <a:r>
              <a:rPr lang="zh-CN" altLang="en-US" sz="2400" b="1" dirty="0">
                <a:solidFill>
                  <a:srgbClr val="1184C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物联视联产品收入</a:t>
            </a:r>
            <a:endParaRPr lang="zh-CN" altLang="en-US" sz="2400" b="1" dirty="0">
              <a:solidFill>
                <a:srgbClr val="1184C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" name="直接连接符 1"/>
          <p:cNvCxnSpPr/>
          <p:nvPr>
            <p:custDataLst>
              <p:tags r:id="rId7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551384" y="1804700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551384" y="3417664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0"/>
            </p:custDataLst>
          </p:nvPr>
        </p:nvSpPr>
        <p:spPr>
          <a:xfrm>
            <a:off x="551384" y="5255815"/>
            <a:ext cx="329565" cy="98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三类网格</a:t>
            </a:r>
            <a:endParaRPr 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/>
          <p:nvPr>
            <p:custDataLst>
              <p:tags r:id="rId11"/>
            </p:custDataLst>
          </p:nvPr>
        </p:nvSpPr>
        <p:spPr>
          <a:xfrm>
            <a:off x="1055370" y="1611149"/>
            <a:ext cx="10608945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月当月，一类网格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个网格收入未破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万，</a:t>
            </a:r>
            <a:r>
              <a:rPr 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海宁硖石、桐乡梧桐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网格收入领先，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嘉禾秀洲、桐乡濮院、海宁许村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收入严重不足；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1"/>
          <p:cNvSpPr/>
          <p:nvPr>
            <p:custDataLst>
              <p:tags r:id="rId12"/>
            </p:custDataLst>
          </p:nvPr>
        </p:nvSpPr>
        <p:spPr>
          <a:xfrm>
            <a:off x="1055370" y="3217029"/>
            <a:ext cx="10608945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月当月，二类网格中有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个网格收入未破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万，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海宁盐官（卡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模组）、桐乡开发区（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DICT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服务包）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网格收入领先，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嘉禾王店、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嘉禾大桥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等网格落后；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1"/>
          <p:cNvSpPr/>
          <p:nvPr>
            <p:custDataLst>
              <p:tags r:id="rId13"/>
            </p:custDataLst>
          </p:nvPr>
        </p:nvSpPr>
        <p:spPr>
          <a:xfrm>
            <a:off x="1055370" y="5053945"/>
            <a:ext cx="10608310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月当月，三类网格中有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个网格收入未破万，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海宁袁花（</a:t>
            </a:r>
            <a:r>
              <a:rPr 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云</a:t>
            </a:r>
            <a:r>
              <a:rPr lang="en-US" altLang="zh-CN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IOT</a:t>
            </a:r>
            <a:r>
              <a:rPr lang="zh-CN" altLang="en-US" sz="1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网格收入领先，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桐乡石门、嘉善干窑等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网格落后；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文本框 11"/>
          <p:cNvSpPr/>
          <p:nvPr/>
        </p:nvSpPr>
        <p:spPr>
          <a:xfrm>
            <a:off x="455295" y="826770"/>
            <a:ext cx="11207750" cy="749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物联视联产品收入：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月当月，</a:t>
            </a:r>
            <a:r>
              <a:rPr 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海宁盐官、</a:t>
            </a: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海宁硖石</a:t>
            </a:r>
            <a:r>
              <a:rPr 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桐乡梧桐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收入绝对量较好；一类网格中有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收入均不足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万元，二类网格中有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收入不足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万，三类网格中有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个网格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收入不足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8257540" y="1905635"/>
            <a:ext cx="3121660" cy="10699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5"/>
            </p:custDataLst>
          </p:nvPr>
        </p:nvSpPr>
        <p:spPr>
          <a:xfrm>
            <a:off x="5820410" y="3758565"/>
            <a:ext cx="5561965" cy="9359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6"/>
            </p:custDataLst>
          </p:nvPr>
        </p:nvSpPr>
        <p:spPr>
          <a:xfrm>
            <a:off x="7968208" y="5591175"/>
            <a:ext cx="3414167" cy="864329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481.95,&quot;left&quot;:15.65,&quot;top&quot;:23.4,&quot;width&quot;:922.95}"/>
</p:tagLst>
</file>

<file path=ppt/tags/tag6.xml><?xml version="1.0" encoding="utf-8"?>
<p:tagLst xmlns:p="http://schemas.openxmlformats.org/presentationml/2006/main">
  <p:tag name="KSO_WM_DIAGRAM_VIRTUALLY_FRAME" val="{&quot;height&quot;:423.2,&quot;left&quot;:15.65,&quot;top&quot;:57.55,&quot;width&quot;:913.85}"/>
</p:tagLst>
</file>

<file path=ppt/tags/tag7.xml><?xml version="1.0" encoding="utf-8"?>
<p:tagLst xmlns:p="http://schemas.openxmlformats.org/presentationml/2006/main">
  <p:tag name="KSO_WM_DIAGRAM_VIRTUALLY_FRAME" val="{&quot;height&quot;:481.95,&quot;left&quot;:15.65,&quot;top&quot;:23.4,&quot;width&quot;:922.95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481.95,&quot;left&quot;:15.65,&quot;top&quot;:23.4,&quot;width&quot;:922.95}"/>
</p:tagLst>
</file>

<file path=ppt/tags/tag9.xml><?xml version="1.0" encoding="utf-8"?>
<p:tagLst xmlns:p="http://schemas.openxmlformats.org/presentationml/2006/main">
  <p:tag name="KSO_WM_DIAGRAM_VIRTUALLY_FRAME" val="{&quot;height&quot;:481.95,&quot;left&quot;:15.65,&quot;top&quot;:23.4,&quot;width&quot;:922.95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0.05,&quot;left&quot;:35.95,&quot;top&quot;:89.95,&quot;width&quot;:893.55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0.05,&quot;left&quot;:35.95,&quot;top&quot;:89.95,&quot;width&quot;:893.55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TABLE_ENDDRAG_ORIGIN_RECT" val="280*52"/>
  <p:tag name="TABLE_ENDDRAG_RECT" val="647*476*280*52"/>
</p:tagLst>
</file>

<file path=ppt/tags/tag14.xml><?xml version="1.0" encoding="utf-8"?>
<p:tagLst xmlns:p="http://schemas.openxmlformats.org/presentationml/2006/main">
  <p:tag name="TABLE_ENDDRAG_ORIGIN_RECT" val="280*52"/>
  <p:tag name="TABLE_ENDDRAG_RECT" val="647*476*280*52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17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18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19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0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1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2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3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4.xml><?xml version="1.0" encoding="utf-8"?>
<p:tagLst xmlns:p="http://schemas.openxmlformats.org/presentationml/2006/main">
  <p:tag name="KSO_WM_DIAGRAM_VIRTUALLY_FRAME" val="{&quot;height&quot;:473.3824409448819,&quot;left&quot;:15.65,&quot;top&quot;:57.55,&quot;width&quot;:917.943622047244}"/>
</p:tagLst>
</file>

<file path=ppt/tags/tag25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26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27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0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1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2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3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4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5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6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7.xml><?xml version="1.0" encoding="utf-8"?>
<p:tagLst xmlns:p="http://schemas.openxmlformats.org/presentationml/2006/main">
  <p:tag name="KSO_WM_DIAGRAM_VIRTUALLY_FRAME" val="{&quot;height&quot;:473.3824409448819,&quot;left&quot;:15.65,&quot;top&quot;:57.55,&quot;width&quot;:913.85}"/>
</p:tagLst>
</file>

<file path=ppt/tags/tag38.xml><?xml version="1.0" encoding="utf-8"?>
<p:tagLst xmlns:p="http://schemas.openxmlformats.org/presentationml/2006/main">
  <p:tag name="KSO_WPP_MARK_KEY" val="647cefa9-3de3-4d2d-a530-f47b45845da0"/>
  <p:tag name="COMMONDATA" val="eyJoZGlkIjoiYmQyZjQ1YzE4N2IzYWRjMTdlZWNkMTgwNTRhMmFjNWIifQ=="/>
  <p:tag name="RESOURCE_RECORD_KEY" val="{&quot;29&quot;:[20435118,20405923,20405940],&quot;65&quot;:[20184553]}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离子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Broadway"/>
        <a:ea typeface="方正正中黑简体"/>
        <a:cs typeface=""/>
      </a:majorFont>
      <a:minorFont>
        <a:latin typeface="微软雅黑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  <a:latin typeface="+mn-ea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材料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wrap="square" anchor="ctr">
        <a:noAutofit/>
      </a:bodyPr>
      <a:lstStyle>
        <a:defPPr>
          <a:lnSpc>
            <a:spcPct val="150000"/>
          </a:lnSpc>
          <a:buClr>
            <a:srgbClr val="FF0000"/>
          </a:buClr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  <a:ln w="19050">
          <a:solidFill>
            <a:schemeClr val="tx1"/>
          </a:solidFill>
          <a:prstDash val="dash"/>
        </a:ln>
      </a:spPr>
      <a:bodyPr wrap="square" rtlCol="0" anchor="ctr">
        <a:noAutofit/>
      </a:bodyPr>
      <a:lstStyle>
        <a:defPPr marL="144145">
          <a:defRPr sz="1600" dirty="0" smtClean="0"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2976</Words>
  <Application>WPS 演示</Application>
  <PresentationFormat>宽屏</PresentationFormat>
  <Paragraphs>251</Paragraphs>
  <Slides>5</Slides>
  <Notes>70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黑体</vt:lpstr>
      <vt:lpstr>方正黑体简体</vt:lpstr>
      <vt:lpstr>Calibri</vt:lpstr>
      <vt:lpstr>Wingdings 3</vt:lpstr>
      <vt:lpstr>Symbol</vt:lpstr>
      <vt:lpstr>★锐线体</vt:lpstr>
      <vt:lpstr>华文细黑</vt:lpstr>
      <vt:lpstr>华文中宋</vt:lpstr>
      <vt:lpstr>仿宋</vt:lpstr>
      <vt:lpstr>Arial Unicode MS</vt:lpstr>
      <vt:lpstr>Office 主题</vt:lpstr>
      <vt:lpstr>离子</vt:lpstr>
      <vt:lpstr>3_Office 主题</vt:lpstr>
      <vt:lpstr>材料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倪明辉</dc:creator>
  <cp:lastModifiedBy>汤清</cp:lastModifiedBy>
  <cp:revision>8207</cp:revision>
  <cp:lastPrinted>2018-03-21T08:45:00Z</cp:lastPrinted>
  <dcterms:created xsi:type="dcterms:W3CDTF">2016-06-15T01:23:00Z</dcterms:created>
  <dcterms:modified xsi:type="dcterms:W3CDTF">2025-09-21T14:12:34Z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4C27BB3B36C74917981C675A4AB07A7F_12</vt:lpwstr>
  </property>
  <property fmtid="{D5CDD505-2E9C-101B-9397-08002B2CF9AE}" pid="3" name="KSOProductBuildVer">
    <vt:lpwstr>2052-12.8.2.19315</vt:lpwstr>
  </property>
</Properties>
</file>